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528B"/>
    <a:srgbClr val="440154"/>
    <a:srgbClr val="5DC863"/>
    <a:srgbClr val="2C728E"/>
    <a:srgbClr val="21908C"/>
    <a:srgbClr val="27AD81"/>
    <a:srgbClr val="AADC32"/>
    <a:srgbClr val="FDE725"/>
    <a:srgbClr val="472D7B"/>
    <a:srgbClr val="440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005" autoAdjust="0"/>
  </p:normalViewPr>
  <p:slideViewPr>
    <p:cSldViewPr snapToGrid="0">
      <p:cViewPr>
        <p:scale>
          <a:sx n="25" d="100"/>
          <a:sy n="25" d="100"/>
        </p:scale>
        <p:origin x="1866" y="-240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sv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09CAA071-A88A-9345-9C5E-670D898931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037387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6D2717A-0DF5-7447-97FA-7EE5E471C5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2366214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6C3B1818-E129-ED6E-3E61-D8C19D2866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908" r="14216"/>
          <a:stretch>
            <a:fillRect/>
          </a:stretch>
        </p:blipFill>
        <p:spPr>
          <a:xfrm>
            <a:off x="2514600" y="8520080"/>
            <a:ext cx="30403800" cy="1587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573FA7-8B6E-5D01-4A09-55E20F7D93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142" t="14516" r="27112" b="21935"/>
          <a:stretch>
            <a:fillRect/>
          </a:stretch>
        </p:blipFill>
        <p:spPr>
          <a:xfrm>
            <a:off x="17285599" y="16697376"/>
            <a:ext cx="4009834" cy="23166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745FB53-4D69-1D05-1745-E097DAEFA2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42" t="14714" r="27112" b="21934"/>
          <a:stretch>
            <a:fillRect/>
          </a:stretch>
        </p:blipFill>
        <p:spPr>
          <a:xfrm>
            <a:off x="11915966" y="16704588"/>
            <a:ext cx="4009834" cy="23094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55C811-40C6-B5F2-3577-51D82F885D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383" t="14517" r="27112" b="21934"/>
          <a:stretch>
            <a:fillRect/>
          </a:stretch>
        </p:blipFill>
        <p:spPr>
          <a:xfrm>
            <a:off x="11933646" y="13670280"/>
            <a:ext cx="3992154" cy="23166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F7DB54-1722-AC72-03B4-2866709F283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362" t="14517" r="27112" b="21934"/>
          <a:stretch>
            <a:fillRect/>
          </a:stretch>
        </p:blipFill>
        <p:spPr>
          <a:xfrm>
            <a:off x="17301761" y="13670274"/>
            <a:ext cx="3993671" cy="23166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8FCD40-10C3-5F50-C35A-12E4AC9F32AF}"/>
              </a:ext>
            </a:extLst>
          </p:cNvPr>
          <p:cNvSpPr txBox="1"/>
          <p:nvPr/>
        </p:nvSpPr>
        <p:spPr>
          <a:xfrm>
            <a:off x="12068969" y="15974218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1D0916-740E-9B20-2CF6-D2307702BA9F}"/>
              </a:ext>
            </a:extLst>
          </p:cNvPr>
          <p:cNvSpPr txBox="1"/>
          <p:nvPr/>
        </p:nvSpPr>
        <p:spPr>
          <a:xfrm>
            <a:off x="12316619" y="15974217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0C99FB-7CD5-8D22-47D5-49F72E57A4C2}"/>
              </a:ext>
            </a:extLst>
          </p:cNvPr>
          <p:cNvSpPr txBox="1"/>
          <p:nvPr/>
        </p:nvSpPr>
        <p:spPr>
          <a:xfrm>
            <a:off x="12564270" y="15974216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CFCF61-6E5E-F917-7DA2-D5C9736F9574}"/>
              </a:ext>
            </a:extLst>
          </p:cNvPr>
          <p:cNvSpPr txBox="1"/>
          <p:nvPr/>
        </p:nvSpPr>
        <p:spPr>
          <a:xfrm>
            <a:off x="12814300" y="15974216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3F319D-CF11-36B3-394A-06BEA28677AF}"/>
              </a:ext>
            </a:extLst>
          </p:cNvPr>
          <p:cNvSpPr txBox="1"/>
          <p:nvPr/>
        </p:nvSpPr>
        <p:spPr>
          <a:xfrm>
            <a:off x="13061855" y="15974215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62A77B-F1A1-BEAB-C368-0FC1100197F7}"/>
              </a:ext>
            </a:extLst>
          </p:cNvPr>
          <p:cNvSpPr txBox="1"/>
          <p:nvPr/>
        </p:nvSpPr>
        <p:spPr>
          <a:xfrm>
            <a:off x="13310837" y="1597421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D6B6EF-B473-069B-FBFC-ED1FC029D187}"/>
              </a:ext>
            </a:extLst>
          </p:cNvPr>
          <p:cNvSpPr txBox="1"/>
          <p:nvPr/>
        </p:nvSpPr>
        <p:spPr>
          <a:xfrm>
            <a:off x="13560174" y="15974203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6A31F6-DD37-A46C-E14C-AC8705D85C3C}"/>
              </a:ext>
            </a:extLst>
          </p:cNvPr>
          <p:cNvSpPr txBox="1"/>
          <p:nvPr/>
        </p:nvSpPr>
        <p:spPr>
          <a:xfrm>
            <a:off x="14117638" y="1597421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5E1DB5-2B51-7A30-1CD6-3045CFB9CBA3}"/>
              </a:ext>
            </a:extLst>
          </p:cNvPr>
          <p:cNvSpPr txBox="1"/>
          <p:nvPr/>
        </p:nvSpPr>
        <p:spPr>
          <a:xfrm>
            <a:off x="14364239" y="1597421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AA3B3-E2A4-DE33-D949-C2EAC79BC3B1}"/>
              </a:ext>
            </a:extLst>
          </p:cNvPr>
          <p:cNvSpPr txBox="1"/>
          <p:nvPr/>
        </p:nvSpPr>
        <p:spPr>
          <a:xfrm>
            <a:off x="14606078" y="1597421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96FFF2-6E8C-48B5-2D4A-DBB55F47A72C}"/>
              </a:ext>
            </a:extLst>
          </p:cNvPr>
          <p:cNvSpPr txBox="1"/>
          <p:nvPr/>
        </p:nvSpPr>
        <p:spPr>
          <a:xfrm>
            <a:off x="14852748" y="15974211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80E526-57FE-509A-E6BC-70296D397979}"/>
              </a:ext>
            </a:extLst>
          </p:cNvPr>
          <p:cNvSpPr txBox="1"/>
          <p:nvPr/>
        </p:nvSpPr>
        <p:spPr>
          <a:xfrm>
            <a:off x="15098457" y="15974210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0E6D85-4AF6-A5F4-FC6A-1A6AE1475CD0}"/>
              </a:ext>
            </a:extLst>
          </p:cNvPr>
          <p:cNvSpPr txBox="1"/>
          <p:nvPr/>
        </p:nvSpPr>
        <p:spPr>
          <a:xfrm>
            <a:off x="15343186" y="15974210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721241-8093-D990-6FA3-8101A645E3B9}"/>
              </a:ext>
            </a:extLst>
          </p:cNvPr>
          <p:cNvSpPr txBox="1"/>
          <p:nvPr/>
        </p:nvSpPr>
        <p:spPr>
          <a:xfrm>
            <a:off x="15584704" y="15974209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4E9211-4BDB-313A-76BC-D9CE6E132859}"/>
              </a:ext>
            </a:extLst>
          </p:cNvPr>
          <p:cNvSpPr txBox="1"/>
          <p:nvPr/>
        </p:nvSpPr>
        <p:spPr>
          <a:xfrm>
            <a:off x="17302202" y="15974209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CE744-AD26-E22D-0DB1-E2EB1D9B7F98}"/>
              </a:ext>
            </a:extLst>
          </p:cNvPr>
          <p:cNvSpPr txBox="1"/>
          <p:nvPr/>
        </p:nvSpPr>
        <p:spPr>
          <a:xfrm>
            <a:off x="17626117" y="15974208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DFC11-1406-A288-6504-451E03745736}"/>
              </a:ext>
            </a:extLst>
          </p:cNvPr>
          <p:cNvSpPr txBox="1"/>
          <p:nvPr/>
        </p:nvSpPr>
        <p:spPr>
          <a:xfrm>
            <a:off x="17954794" y="15974208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773BF-507C-F3BF-FB08-439CB1D02937}"/>
              </a:ext>
            </a:extLst>
          </p:cNvPr>
          <p:cNvSpPr txBox="1"/>
          <p:nvPr/>
        </p:nvSpPr>
        <p:spPr>
          <a:xfrm>
            <a:off x="18281949" y="15974207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160AFC-3E31-3CE8-D574-1D757223141F}"/>
              </a:ext>
            </a:extLst>
          </p:cNvPr>
          <p:cNvSpPr txBox="1"/>
          <p:nvPr/>
        </p:nvSpPr>
        <p:spPr>
          <a:xfrm>
            <a:off x="18604342" y="15974207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9BE4AC-A491-DE0D-EE85-8581BF42F68A}"/>
              </a:ext>
            </a:extLst>
          </p:cNvPr>
          <p:cNvSpPr txBox="1"/>
          <p:nvPr/>
        </p:nvSpPr>
        <p:spPr>
          <a:xfrm>
            <a:off x="18933878" y="15974206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195BE4-F59B-5162-A1DA-3FC101962336}"/>
              </a:ext>
            </a:extLst>
          </p:cNvPr>
          <p:cNvSpPr txBox="1"/>
          <p:nvPr/>
        </p:nvSpPr>
        <p:spPr>
          <a:xfrm>
            <a:off x="19327813" y="15974206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F98687-A3D4-9125-5A28-77F14BFD2D63}"/>
              </a:ext>
            </a:extLst>
          </p:cNvPr>
          <p:cNvSpPr txBox="1"/>
          <p:nvPr/>
        </p:nvSpPr>
        <p:spPr>
          <a:xfrm>
            <a:off x="19651728" y="15974205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7959A56-FD76-4B0C-0009-C4511D8D4174}"/>
              </a:ext>
            </a:extLst>
          </p:cNvPr>
          <p:cNvSpPr txBox="1"/>
          <p:nvPr/>
        </p:nvSpPr>
        <p:spPr>
          <a:xfrm>
            <a:off x="19980405" y="15974205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9186B1-680F-333A-5166-F5CC9EC943C2}"/>
              </a:ext>
            </a:extLst>
          </p:cNvPr>
          <p:cNvSpPr txBox="1"/>
          <p:nvPr/>
        </p:nvSpPr>
        <p:spPr>
          <a:xfrm>
            <a:off x="20307560" y="1597420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29038E-D2B5-8CDA-47C4-0DD1FAB90979}"/>
              </a:ext>
            </a:extLst>
          </p:cNvPr>
          <p:cNvSpPr txBox="1"/>
          <p:nvPr/>
        </p:nvSpPr>
        <p:spPr>
          <a:xfrm>
            <a:off x="20629953" y="1597420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1EF558-FBEE-756F-6127-345086C61A7C}"/>
              </a:ext>
            </a:extLst>
          </p:cNvPr>
          <p:cNvSpPr txBox="1"/>
          <p:nvPr/>
        </p:nvSpPr>
        <p:spPr>
          <a:xfrm>
            <a:off x="20959489" y="15974203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B3110B-2775-F089-909D-10DCAA69D746}"/>
              </a:ext>
            </a:extLst>
          </p:cNvPr>
          <p:cNvSpPr txBox="1"/>
          <p:nvPr/>
        </p:nvSpPr>
        <p:spPr>
          <a:xfrm>
            <a:off x="12040395" y="1900134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917313-55EE-C0B9-4590-7056BBA52849}"/>
              </a:ext>
            </a:extLst>
          </p:cNvPr>
          <p:cNvSpPr txBox="1"/>
          <p:nvPr/>
        </p:nvSpPr>
        <p:spPr>
          <a:xfrm>
            <a:off x="12804775" y="19001343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A82166-DEB8-89AB-2176-57EE3FBBE70A}"/>
              </a:ext>
            </a:extLst>
          </p:cNvPr>
          <p:cNvSpPr txBox="1"/>
          <p:nvPr/>
        </p:nvSpPr>
        <p:spPr>
          <a:xfrm>
            <a:off x="13567571" y="1900134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1288F6-6B89-7A9F-D8FA-F3633D582870}"/>
              </a:ext>
            </a:extLst>
          </p:cNvPr>
          <p:cNvSpPr txBox="1"/>
          <p:nvPr/>
        </p:nvSpPr>
        <p:spPr>
          <a:xfrm>
            <a:off x="13154628" y="19001341"/>
            <a:ext cx="407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0.5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44430D-3B7B-D697-C1DE-E583166ED7FE}"/>
              </a:ext>
            </a:extLst>
          </p:cNvPr>
          <p:cNvSpPr txBox="1"/>
          <p:nvPr/>
        </p:nvSpPr>
        <p:spPr>
          <a:xfrm>
            <a:off x="12367219" y="19001341"/>
            <a:ext cx="45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-0.5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8D9860-CF1D-F8DB-D0D6-57D4366633F3}"/>
              </a:ext>
            </a:extLst>
          </p:cNvPr>
          <p:cNvSpPr txBox="1"/>
          <p:nvPr/>
        </p:nvSpPr>
        <p:spPr>
          <a:xfrm>
            <a:off x="14092234" y="19001344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A550B2-176A-6F12-F663-5296C4A0095E}"/>
              </a:ext>
            </a:extLst>
          </p:cNvPr>
          <p:cNvSpPr txBox="1"/>
          <p:nvPr/>
        </p:nvSpPr>
        <p:spPr>
          <a:xfrm>
            <a:off x="14844709" y="19001343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E0A588-03AF-4025-7C36-3C0029BE907E}"/>
              </a:ext>
            </a:extLst>
          </p:cNvPr>
          <p:cNvSpPr txBox="1"/>
          <p:nvPr/>
        </p:nvSpPr>
        <p:spPr>
          <a:xfrm>
            <a:off x="15602743" y="19001342"/>
            <a:ext cx="339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DBBD69-F065-8BBD-0E58-AC0FA61D90C9}"/>
              </a:ext>
            </a:extLst>
          </p:cNvPr>
          <p:cNvSpPr txBox="1"/>
          <p:nvPr/>
        </p:nvSpPr>
        <p:spPr>
          <a:xfrm>
            <a:off x="15187419" y="19001341"/>
            <a:ext cx="407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0.5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3A828B-3F64-C12E-FCCB-987C64EBC6D2}"/>
              </a:ext>
            </a:extLst>
          </p:cNvPr>
          <p:cNvSpPr txBox="1"/>
          <p:nvPr/>
        </p:nvSpPr>
        <p:spPr>
          <a:xfrm>
            <a:off x="14411915" y="19001341"/>
            <a:ext cx="45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-0.5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ABF4356-B37C-532A-471E-B498B0FC4945}"/>
              </a:ext>
            </a:extLst>
          </p:cNvPr>
          <p:cNvSpPr txBox="1"/>
          <p:nvPr/>
        </p:nvSpPr>
        <p:spPr>
          <a:xfrm>
            <a:off x="17282424" y="19001341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89ED85-B426-4811-7F82-3672715B1E95}"/>
              </a:ext>
            </a:extLst>
          </p:cNvPr>
          <p:cNvSpPr txBox="1"/>
          <p:nvPr/>
        </p:nvSpPr>
        <p:spPr>
          <a:xfrm>
            <a:off x="17784871" y="19001341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7C5666-7311-2515-F938-970B7DA62232}"/>
              </a:ext>
            </a:extLst>
          </p:cNvPr>
          <p:cNvSpPr txBox="1"/>
          <p:nvPr/>
        </p:nvSpPr>
        <p:spPr>
          <a:xfrm>
            <a:off x="18287699" y="19001332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6CC9EB-E9AA-7C59-B356-748946C83BE4}"/>
              </a:ext>
            </a:extLst>
          </p:cNvPr>
          <p:cNvSpPr txBox="1"/>
          <p:nvPr/>
        </p:nvSpPr>
        <p:spPr>
          <a:xfrm>
            <a:off x="18540112" y="19001331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D5BAA2-8C3D-615F-33AC-6CC2DA2986DD}"/>
              </a:ext>
            </a:extLst>
          </p:cNvPr>
          <p:cNvSpPr txBox="1"/>
          <p:nvPr/>
        </p:nvSpPr>
        <p:spPr>
          <a:xfrm>
            <a:off x="18792525" y="19001330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D7A18B-2F01-7883-0030-D14FA697BF6E}"/>
              </a:ext>
            </a:extLst>
          </p:cNvPr>
          <p:cNvSpPr txBox="1"/>
          <p:nvPr/>
        </p:nvSpPr>
        <p:spPr>
          <a:xfrm>
            <a:off x="19042559" y="19001330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CB0472-CC38-595E-4955-929E25714C5F}"/>
              </a:ext>
            </a:extLst>
          </p:cNvPr>
          <p:cNvSpPr txBox="1"/>
          <p:nvPr/>
        </p:nvSpPr>
        <p:spPr>
          <a:xfrm>
            <a:off x="18037286" y="19001329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9BB7541-A03F-1189-759A-1AB0067CF741}"/>
              </a:ext>
            </a:extLst>
          </p:cNvPr>
          <p:cNvSpPr txBox="1"/>
          <p:nvPr/>
        </p:nvSpPr>
        <p:spPr>
          <a:xfrm>
            <a:off x="17532847" y="19001329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BADAB7-E49E-3F3D-F8E7-65241F819131}"/>
              </a:ext>
            </a:extLst>
          </p:cNvPr>
          <p:cNvSpPr txBox="1"/>
          <p:nvPr/>
        </p:nvSpPr>
        <p:spPr>
          <a:xfrm>
            <a:off x="19336644" y="19001329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1FD222C-9F7C-B419-48B3-F2B9E92B4C25}"/>
              </a:ext>
            </a:extLst>
          </p:cNvPr>
          <p:cNvSpPr txBox="1"/>
          <p:nvPr/>
        </p:nvSpPr>
        <p:spPr>
          <a:xfrm>
            <a:off x="19839091" y="19001329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36FDA3-5F79-968E-1E69-F1B57C3C80C9}"/>
              </a:ext>
            </a:extLst>
          </p:cNvPr>
          <p:cNvSpPr txBox="1"/>
          <p:nvPr/>
        </p:nvSpPr>
        <p:spPr>
          <a:xfrm>
            <a:off x="20341919" y="19001320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BEADC6F-2FD8-42C0-F4EC-7D2BB92035A4}"/>
              </a:ext>
            </a:extLst>
          </p:cNvPr>
          <p:cNvSpPr txBox="1"/>
          <p:nvPr/>
        </p:nvSpPr>
        <p:spPr>
          <a:xfrm>
            <a:off x="20594332" y="19001319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D26D36-D7FD-0AEF-679D-A18C191DA2DB}"/>
              </a:ext>
            </a:extLst>
          </p:cNvPr>
          <p:cNvSpPr txBox="1"/>
          <p:nvPr/>
        </p:nvSpPr>
        <p:spPr>
          <a:xfrm>
            <a:off x="20846745" y="19001318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7E783E-F99B-E81F-1098-04B843DCC79E}"/>
              </a:ext>
            </a:extLst>
          </p:cNvPr>
          <p:cNvSpPr txBox="1"/>
          <p:nvPr/>
        </p:nvSpPr>
        <p:spPr>
          <a:xfrm>
            <a:off x="21096779" y="19001318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57F2156-EB90-DF26-B88D-6CE4A0C9F98F}"/>
              </a:ext>
            </a:extLst>
          </p:cNvPr>
          <p:cNvSpPr txBox="1"/>
          <p:nvPr/>
        </p:nvSpPr>
        <p:spPr>
          <a:xfrm>
            <a:off x="20091506" y="19001317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E4426E-420E-B68E-E4E4-4AF5908012F6}"/>
              </a:ext>
            </a:extLst>
          </p:cNvPr>
          <p:cNvSpPr txBox="1"/>
          <p:nvPr/>
        </p:nvSpPr>
        <p:spPr>
          <a:xfrm>
            <a:off x="19587067" y="19001317"/>
            <a:ext cx="3397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-6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63BCE0-20EE-BB05-6BD2-FFB7AB12AA7F}"/>
              </a:ext>
            </a:extLst>
          </p:cNvPr>
          <p:cNvSpPr txBox="1"/>
          <p:nvPr/>
        </p:nvSpPr>
        <p:spPr>
          <a:xfrm>
            <a:off x="15818874" y="16775700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DNA age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27E41CF-44FF-0D54-A73D-79E298C48173}"/>
              </a:ext>
            </a:extLst>
          </p:cNvPr>
          <p:cNvSpPr txBox="1"/>
          <p:nvPr/>
        </p:nvSpPr>
        <p:spPr>
          <a:xfrm>
            <a:off x="15818874" y="17006532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LINE age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6BFA92A-FA7D-05F0-044F-08FB460C8F7F}"/>
              </a:ext>
            </a:extLst>
          </p:cNvPr>
          <p:cNvSpPr txBox="1"/>
          <p:nvPr/>
        </p:nvSpPr>
        <p:spPr>
          <a:xfrm>
            <a:off x="15818874" y="17237364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LINE age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55A254-B588-FBCF-5712-C0E2822902EE}"/>
              </a:ext>
            </a:extLst>
          </p:cNvPr>
          <p:cNvSpPr txBox="1"/>
          <p:nvPr/>
        </p:nvSpPr>
        <p:spPr>
          <a:xfrm>
            <a:off x="15818874" y="17470926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Others age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6F7BD20-87DC-829B-6DE6-CB0646E137A9}"/>
              </a:ext>
            </a:extLst>
          </p:cNvPr>
          <p:cNvSpPr txBox="1"/>
          <p:nvPr/>
        </p:nvSpPr>
        <p:spPr>
          <a:xfrm>
            <a:off x="15818874" y="17706171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SINE age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41FB5C-DF29-6CE6-CF1E-C2ED01BC8716}"/>
              </a:ext>
            </a:extLst>
          </p:cNvPr>
          <p:cNvSpPr txBox="1"/>
          <p:nvPr/>
        </p:nvSpPr>
        <p:spPr>
          <a:xfrm>
            <a:off x="15818874" y="17937003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Unknown age x prop.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351ADD-B5BB-808D-BD5E-1A7B8246AE71}"/>
              </a:ext>
            </a:extLst>
          </p:cNvPr>
          <p:cNvSpPr txBox="1"/>
          <p:nvPr/>
        </p:nvSpPr>
        <p:spPr>
          <a:xfrm>
            <a:off x="15818874" y="18170216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LINE proportion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EF86A72-1C7A-1653-7AF4-DB70AEABF595}"/>
              </a:ext>
            </a:extLst>
          </p:cNvPr>
          <p:cNvSpPr txBox="1"/>
          <p:nvPr/>
        </p:nvSpPr>
        <p:spPr>
          <a:xfrm>
            <a:off x="15818874" y="18403429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Others proportion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4F92EC-7018-0838-73B8-5B160D30DB6E}"/>
              </a:ext>
            </a:extLst>
          </p:cNvPr>
          <p:cNvSpPr txBox="1"/>
          <p:nvPr/>
        </p:nvSpPr>
        <p:spPr>
          <a:xfrm>
            <a:off x="15818874" y="18636642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Unknown proportion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2A8FE68-27BA-7288-4CC7-9F1BA9B3F771}"/>
              </a:ext>
            </a:extLst>
          </p:cNvPr>
          <p:cNvSpPr txBox="1"/>
          <p:nvPr/>
        </p:nvSpPr>
        <p:spPr>
          <a:xfrm>
            <a:off x="15818874" y="16891465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DNA age x prop.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9325659-4890-5C11-A4AF-8CACD7EDDFA7}"/>
              </a:ext>
            </a:extLst>
          </p:cNvPr>
          <p:cNvSpPr txBox="1"/>
          <p:nvPr/>
        </p:nvSpPr>
        <p:spPr>
          <a:xfrm>
            <a:off x="15818683" y="17124374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LINE age x prop.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7CA8625-0741-BF34-96CA-38949C84C5C8}"/>
              </a:ext>
            </a:extLst>
          </p:cNvPr>
          <p:cNvSpPr txBox="1"/>
          <p:nvPr/>
        </p:nvSpPr>
        <p:spPr>
          <a:xfrm>
            <a:off x="15818264" y="17354812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LTR age x prop.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081DD2E-9FB7-BCCA-A674-CE371FD63317}"/>
              </a:ext>
            </a:extLst>
          </p:cNvPr>
          <p:cNvSpPr txBox="1"/>
          <p:nvPr/>
        </p:nvSpPr>
        <p:spPr>
          <a:xfrm>
            <a:off x="15818683" y="17588329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Others age x prop.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E5EB311-BF47-869F-2CFC-9ED53ABD5061}"/>
              </a:ext>
            </a:extLst>
          </p:cNvPr>
          <p:cNvSpPr txBox="1"/>
          <p:nvPr/>
        </p:nvSpPr>
        <p:spPr>
          <a:xfrm>
            <a:off x="15818264" y="17821635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Unknown age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223B53B-F300-0201-737B-5C47A5908E0C}"/>
              </a:ext>
            </a:extLst>
          </p:cNvPr>
          <p:cNvSpPr txBox="1"/>
          <p:nvPr/>
        </p:nvSpPr>
        <p:spPr>
          <a:xfrm>
            <a:off x="15819730" y="18052374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DNA proportion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79232D-30BD-7528-5E44-936B0CC1E9CA}"/>
              </a:ext>
            </a:extLst>
          </p:cNvPr>
          <p:cNvSpPr txBox="1"/>
          <p:nvPr/>
        </p:nvSpPr>
        <p:spPr>
          <a:xfrm>
            <a:off x="15818264" y="18285494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LTR proportion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01643B8-DE22-DF1E-3724-AE0CF28EF8F2}"/>
              </a:ext>
            </a:extLst>
          </p:cNvPr>
          <p:cNvSpPr txBox="1"/>
          <p:nvPr/>
        </p:nvSpPr>
        <p:spPr>
          <a:xfrm>
            <a:off x="15818264" y="18517710"/>
            <a:ext cx="152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/>
              <a:t>SINE proportion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F6B63F-0C6F-8251-58D9-558045B3AED0}"/>
              </a:ext>
            </a:extLst>
          </p:cNvPr>
          <p:cNvSpPr txBox="1"/>
          <p:nvPr/>
        </p:nvSpPr>
        <p:spPr>
          <a:xfrm>
            <a:off x="10254063" y="15519671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proportion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BAB527-1E4F-6584-3F04-124F43FAD108}"/>
              </a:ext>
            </a:extLst>
          </p:cNvPr>
          <p:cNvSpPr txBox="1"/>
          <p:nvPr/>
        </p:nvSpPr>
        <p:spPr>
          <a:xfrm>
            <a:off x="10254063" y="15305357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LTR proportion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119EE48-36C7-2F90-95A2-70E00A27E616}"/>
              </a:ext>
            </a:extLst>
          </p:cNvPr>
          <p:cNvSpPr txBox="1"/>
          <p:nvPr/>
        </p:nvSpPr>
        <p:spPr>
          <a:xfrm>
            <a:off x="10254061" y="14661213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Unknown age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5BE5EA-D37E-4FE9-8613-500C30F1125F}"/>
              </a:ext>
            </a:extLst>
          </p:cNvPr>
          <p:cNvSpPr txBox="1"/>
          <p:nvPr/>
        </p:nvSpPr>
        <p:spPr>
          <a:xfrm>
            <a:off x="10254061" y="14874340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DNA proportion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CEA434B-4745-01F4-46B1-6F0EDC994956}"/>
              </a:ext>
            </a:extLst>
          </p:cNvPr>
          <p:cNvSpPr txBox="1"/>
          <p:nvPr/>
        </p:nvSpPr>
        <p:spPr>
          <a:xfrm>
            <a:off x="10254060" y="15091505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proportion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737D8B8-34C6-AFDD-876B-3522BC31D684}"/>
              </a:ext>
            </a:extLst>
          </p:cNvPr>
          <p:cNvSpPr txBox="1"/>
          <p:nvPr/>
        </p:nvSpPr>
        <p:spPr>
          <a:xfrm>
            <a:off x="10254061" y="14443433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age x prop.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4E579DB-323D-8E02-A92E-2457CE852EF8}"/>
              </a:ext>
            </a:extLst>
          </p:cNvPr>
          <p:cNvSpPr txBox="1"/>
          <p:nvPr/>
        </p:nvSpPr>
        <p:spPr>
          <a:xfrm>
            <a:off x="10254061" y="14230108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age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391FEB1-C23D-4C85-19C4-AD4E155FE5D1}"/>
              </a:ext>
            </a:extLst>
          </p:cNvPr>
          <p:cNvSpPr txBox="1"/>
          <p:nvPr/>
        </p:nvSpPr>
        <p:spPr>
          <a:xfrm>
            <a:off x="10254060" y="14015796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LTR age x prop.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B8895EB-DA35-91DF-7EF2-6A3784F97B56}"/>
              </a:ext>
            </a:extLst>
          </p:cNvPr>
          <p:cNvSpPr txBox="1"/>
          <p:nvPr/>
        </p:nvSpPr>
        <p:spPr>
          <a:xfrm>
            <a:off x="10254060" y="13802031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age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A5DC0B7-A43A-ED6F-A95F-554209E19714}"/>
              </a:ext>
            </a:extLst>
          </p:cNvPr>
          <p:cNvSpPr txBox="1"/>
          <p:nvPr/>
        </p:nvSpPr>
        <p:spPr>
          <a:xfrm>
            <a:off x="15624998" y="13911093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age x prop.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5470715-D0E5-4C36-319F-460BB8E4F41C}"/>
              </a:ext>
            </a:extLst>
          </p:cNvPr>
          <p:cNvSpPr txBox="1"/>
          <p:nvPr/>
        </p:nvSpPr>
        <p:spPr>
          <a:xfrm>
            <a:off x="15623735" y="14287247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age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453CD2C-03E0-93E6-0B16-C92F18D33472}"/>
              </a:ext>
            </a:extLst>
          </p:cNvPr>
          <p:cNvSpPr txBox="1"/>
          <p:nvPr/>
        </p:nvSpPr>
        <p:spPr>
          <a:xfrm>
            <a:off x="15622617" y="14659451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age x prop.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81C070B-D2B5-3351-CF79-04FEF927CAF7}"/>
              </a:ext>
            </a:extLst>
          </p:cNvPr>
          <p:cNvSpPr txBox="1"/>
          <p:nvPr/>
        </p:nvSpPr>
        <p:spPr>
          <a:xfrm>
            <a:off x="15622016" y="15032077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DNA proportion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8B2C7D9-7595-89D8-B484-B437AB593CAA}"/>
              </a:ext>
            </a:extLst>
          </p:cNvPr>
          <p:cNvSpPr txBox="1"/>
          <p:nvPr/>
        </p:nvSpPr>
        <p:spPr>
          <a:xfrm>
            <a:off x="15623735" y="15407629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LINE proportion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7857918-917B-BA48-0250-D81886DBE8BF}"/>
              </a:ext>
            </a:extLst>
          </p:cNvPr>
          <p:cNvSpPr txBox="1"/>
          <p:nvPr/>
        </p:nvSpPr>
        <p:spPr>
          <a:xfrm>
            <a:off x="10254061" y="17092495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Others age x prop.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DAB623B-BDFB-A5CD-1BFE-CFB90A1ACB5F}"/>
              </a:ext>
            </a:extLst>
          </p:cNvPr>
          <p:cNvSpPr txBox="1"/>
          <p:nvPr/>
        </p:nvSpPr>
        <p:spPr>
          <a:xfrm>
            <a:off x="10251994" y="17687298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Others proportion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334C90F-6C10-8444-7283-C973F18D0E21}"/>
              </a:ext>
            </a:extLst>
          </p:cNvPr>
          <p:cNvSpPr txBox="1"/>
          <p:nvPr/>
        </p:nvSpPr>
        <p:spPr>
          <a:xfrm>
            <a:off x="10251680" y="18280319"/>
            <a:ext cx="1717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SINE proportion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513559C-516D-2A0B-3574-C593CF5CCC86}"/>
              </a:ext>
            </a:extLst>
          </p:cNvPr>
          <p:cNvSpPr txBox="1"/>
          <p:nvPr/>
        </p:nvSpPr>
        <p:spPr>
          <a:xfrm>
            <a:off x="10572463" y="13350197"/>
            <a:ext cx="3400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Full data: all species (3783 models)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7518695-F5C2-B06E-F813-C03ECD051776}"/>
              </a:ext>
            </a:extLst>
          </p:cNvPr>
          <p:cNvSpPr txBox="1"/>
          <p:nvPr/>
        </p:nvSpPr>
        <p:spPr>
          <a:xfrm>
            <a:off x="14076558" y="13348661"/>
            <a:ext cx="1849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 species dropped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ECF9B75-341F-683A-9DF2-BA4F3F993C56}"/>
              </a:ext>
            </a:extLst>
          </p:cNvPr>
          <p:cNvSpPr txBox="1"/>
          <p:nvPr/>
        </p:nvSpPr>
        <p:spPr>
          <a:xfrm>
            <a:off x="15945263" y="13349486"/>
            <a:ext cx="3400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Full data: Mammalia (2428 models)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D87292E-543D-0BC6-9CA1-859301F6161A}"/>
              </a:ext>
            </a:extLst>
          </p:cNvPr>
          <p:cNvSpPr txBox="1"/>
          <p:nvPr/>
        </p:nvSpPr>
        <p:spPr>
          <a:xfrm>
            <a:off x="19441617" y="13349095"/>
            <a:ext cx="1849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 species dropped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6B21C64-CD62-2598-32F8-0829BFE8FA04}"/>
              </a:ext>
            </a:extLst>
          </p:cNvPr>
          <p:cNvSpPr txBox="1"/>
          <p:nvPr/>
        </p:nvSpPr>
        <p:spPr>
          <a:xfrm>
            <a:off x="10572463" y="16379046"/>
            <a:ext cx="3400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Full data: Actinopterygii (1866 models)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283E6C1-1DE0-A7AC-3C4F-361B859638C9}"/>
              </a:ext>
            </a:extLst>
          </p:cNvPr>
          <p:cNvSpPr txBox="1"/>
          <p:nvPr/>
        </p:nvSpPr>
        <p:spPr>
          <a:xfrm>
            <a:off x="14076558" y="16377510"/>
            <a:ext cx="1849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species dropped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33C608-ABF1-551B-A60C-6EBEF00FD9B0}"/>
              </a:ext>
            </a:extLst>
          </p:cNvPr>
          <p:cNvSpPr txBox="1"/>
          <p:nvPr/>
        </p:nvSpPr>
        <p:spPr>
          <a:xfrm>
            <a:off x="15945263" y="16377040"/>
            <a:ext cx="3400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Full data: </a:t>
            </a:r>
            <a:r>
              <a:rPr lang="en-US" dirty="0" err="1"/>
              <a:t>Sauropsida</a:t>
            </a:r>
            <a:r>
              <a:rPr lang="en-US" dirty="0"/>
              <a:t> (2 models)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C759011-4FC7-F15A-2F7D-818D48C9C67D}"/>
              </a:ext>
            </a:extLst>
          </p:cNvPr>
          <p:cNvSpPr txBox="1"/>
          <p:nvPr/>
        </p:nvSpPr>
        <p:spPr>
          <a:xfrm>
            <a:off x="19441617" y="16376649"/>
            <a:ext cx="1849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 species dropped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1831138-8A15-C786-7EED-4878851405D7}"/>
              </a:ext>
            </a:extLst>
          </p:cNvPr>
          <p:cNvSpPr txBox="1"/>
          <p:nvPr/>
        </p:nvSpPr>
        <p:spPr>
          <a:xfrm>
            <a:off x="17803014" y="19293583"/>
            <a:ext cx="3127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Sign-aligned </a:t>
            </a:r>
            <a:r>
              <a:rPr lang="el-GR" dirty="0"/>
              <a:t>β</a:t>
            </a:r>
            <a:endParaRPr lang="en-US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820E75C-25D3-1FAF-D190-43855E99FD4E}"/>
              </a:ext>
            </a:extLst>
          </p:cNvPr>
          <p:cNvSpPr txBox="1"/>
          <p:nvPr/>
        </p:nvSpPr>
        <p:spPr>
          <a:xfrm>
            <a:off x="12369146" y="19310066"/>
            <a:ext cx="3127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Sign-aligned </a:t>
            </a:r>
            <a:r>
              <a:rPr lang="el-GR" dirty="0"/>
              <a:t>β</a:t>
            </a:r>
            <a:endParaRPr lang="en-US" dirty="0"/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70526C40-A766-5508-F8B7-190940D4710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2582" t="21697" r="10049" b="63999"/>
          <a:stretch>
            <a:fillRect/>
          </a:stretch>
        </p:blipFill>
        <p:spPr>
          <a:xfrm>
            <a:off x="21133571" y="14477760"/>
            <a:ext cx="1811622" cy="850123"/>
          </a:xfrm>
          <a:prstGeom prst="rect">
            <a:avLst/>
          </a:prstGeom>
        </p:spPr>
      </p:pic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43378AC-F4D7-C74C-00B0-DAF3BCBC51C8}"/>
              </a:ext>
            </a:extLst>
          </p:cNvPr>
          <p:cNvGrpSpPr/>
          <p:nvPr/>
        </p:nvGrpSpPr>
        <p:grpSpPr>
          <a:xfrm>
            <a:off x="21456564" y="15554947"/>
            <a:ext cx="3436207" cy="3316189"/>
            <a:chOff x="22197688" y="19295876"/>
            <a:chExt cx="3436207" cy="3316189"/>
          </a:xfrm>
        </p:grpSpPr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406FC7C-4BCF-9422-7E77-57ECA3A0A8DF}"/>
                </a:ext>
              </a:extLst>
            </p:cNvPr>
            <p:cNvSpPr txBox="1"/>
            <p:nvPr/>
          </p:nvSpPr>
          <p:spPr>
            <a:xfrm>
              <a:off x="23075506" y="22304288"/>
              <a:ext cx="255838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0.5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4486D64-59D3-CE30-ECB8-0E764C3C00C3}"/>
                </a:ext>
              </a:extLst>
            </p:cNvPr>
            <p:cNvSpPr txBox="1"/>
            <p:nvPr/>
          </p:nvSpPr>
          <p:spPr>
            <a:xfrm>
              <a:off x="23075506" y="19295876"/>
              <a:ext cx="255838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C29F38E-2D4C-C66C-3F76-DBBEF6E8F3DD}"/>
                </a:ext>
              </a:extLst>
            </p:cNvPr>
            <p:cNvSpPr txBox="1"/>
            <p:nvPr/>
          </p:nvSpPr>
          <p:spPr>
            <a:xfrm>
              <a:off x="23075506" y="20799937"/>
              <a:ext cx="255838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0.75</a:t>
              </a: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B370C637-52AF-C0F4-1DD3-C01F361E89FF}"/>
                </a:ext>
              </a:extLst>
            </p:cNvPr>
            <p:cNvGrpSpPr/>
            <p:nvPr/>
          </p:nvGrpSpPr>
          <p:grpSpPr>
            <a:xfrm>
              <a:off x="22197688" y="19439268"/>
              <a:ext cx="862338" cy="3033525"/>
              <a:chOff x="22197688" y="19439268"/>
              <a:chExt cx="862338" cy="3033525"/>
            </a:xfrm>
          </p:grpSpPr>
          <p:pic>
            <p:nvPicPr>
              <p:cNvPr id="121" name="Picture 120">
                <a:extLst>
                  <a:ext uri="{FF2B5EF4-FFF2-40B4-BE49-F238E27FC236}">
                    <a16:creationId xmlns:a16="http://schemas.microsoft.com/office/drawing/2014/main" id="{C7F36B1D-DDFC-3D88-47A2-D093EBDC41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l="77335" t="70454" r="2272" b="27368"/>
              <a:stretch>
                <a:fillRect/>
              </a:stretch>
            </p:blipFill>
            <p:spPr>
              <a:xfrm rot="16200000">
                <a:off x="21236269" y="20777491"/>
                <a:ext cx="3033524" cy="357080"/>
              </a:xfrm>
              <a:prstGeom prst="rect">
                <a:avLst/>
              </a:prstGeom>
            </p:spPr>
          </p:pic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DC264A71-BF68-5923-C7D5-A982A2CB70E2}"/>
                  </a:ext>
                </a:extLst>
              </p:cNvPr>
              <p:cNvSpPr txBox="1"/>
              <p:nvPr/>
            </p:nvSpPr>
            <p:spPr>
              <a:xfrm rot="16200000">
                <a:off x="21087770" y="20786752"/>
                <a:ext cx="255838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Variable importance</a:t>
                </a:r>
              </a:p>
            </p:txBody>
          </p: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2AB9730-4A43-F1E3-E438-17158F6250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970490" y="19439268"/>
                <a:ext cx="0" cy="303352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74C115B7-3309-DB18-0E44-533F1C27E9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8585" y="22460380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919B9B79-070D-7C17-4435-5A06FADD56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8584" y="19451587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241B54AC-B8C6-5386-1328-781DCBD37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8583" y="20956029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5FA7343D-ADAB-CB26-26BE-BCE357510971}"/>
              </a:ext>
            </a:extLst>
          </p:cNvPr>
          <p:cNvSpPr txBox="1"/>
          <p:nvPr/>
        </p:nvSpPr>
        <p:spPr>
          <a:xfrm>
            <a:off x="21439680" y="13827276"/>
            <a:ext cx="20396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Response</a:t>
            </a:r>
          </a:p>
          <a:p>
            <a:r>
              <a:rPr lang="en-US" sz="1600" dirty="0"/>
              <a:t>metric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3856</TotalTime>
  <Words>227</Words>
  <Application>Microsoft Office PowerPoint</Application>
  <PresentationFormat>Custom</PresentationFormat>
  <Paragraphs>103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Calibri</vt:lpstr>
      <vt:lpstr>Arial</vt:lpstr>
      <vt:lpstr>Office Theme</vt:lpstr>
      <vt:lpstr>Packager Shell Object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231</cp:revision>
  <dcterms:created xsi:type="dcterms:W3CDTF">2014-10-11T23:18:25Z</dcterms:created>
  <dcterms:modified xsi:type="dcterms:W3CDTF">2026-05-18T19:27:37Z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