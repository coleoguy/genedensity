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36576000" cy="32918400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9">
          <p15:clr>
            <a:srgbClr val="A4A3A4"/>
          </p15:clr>
        </p15:guide>
        <p15:guide id="2" pos="1152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hiytGPk8UOxiAGs9KaAxakDbg4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B528B"/>
    <a:srgbClr val="440154"/>
    <a:srgbClr val="5DC863"/>
    <a:srgbClr val="2C728E"/>
    <a:srgbClr val="21908C"/>
    <a:srgbClr val="27AD81"/>
    <a:srgbClr val="AADC32"/>
    <a:srgbClr val="FDE725"/>
    <a:srgbClr val="472D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4964" autoAdjust="0"/>
  </p:normalViewPr>
  <p:slideViewPr>
    <p:cSldViewPr snapToGrid="0">
      <p:cViewPr varScale="1">
        <p:scale>
          <a:sx n="22" d="100"/>
          <a:sy n="22" d="100"/>
        </p:scale>
        <p:origin x="2244" y="108"/>
      </p:cViewPr>
      <p:guideLst>
        <p:guide orient="horz" pos="10369"/>
        <p:guide pos="11521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0" Type="http://customschemas.google.com/relationships/presentationmetadata" Target="metadata"/><Relationship Id="rId4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568450" y="696913"/>
            <a:ext cx="38735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L="457200" marR="0" lvl="0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45CFCE6A-9451-8C86-7CBB-1843F267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3072C67B-8D2F-3AAE-394F-2C43DD5AB6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568450" y="696913"/>
            <a:ext cx="38735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D581213B-582B-A4B3-0BE5-76B971FD3D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D9349ABE-2577-ABC2-60A2-ED6D28F813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2357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1829042" y="7680526"/>
            <a:ext cx="32917916" cy="2172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2889253" y="21153122"/>
            <a:ext cx="31089600" cy="653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545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2889253" y="13952226"/>
            <a:ext cx="31089600" cy="720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marL="457200" lvl="0" indent="-228600" algn="l">
              <a:spcBef>
                <a:spcPts val="1544"/>
              </a:spcBef>
              <a:spcAft>
                <a:spcPts val="0"/>
              </a:spcAft>
              <a:buClr>
                <a:srgbClr val="888888"/>
              </a:buClr>
              <a:buSzPts val="7722"/>
              <a:buNone/>
              <a:defRPr sz="7722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1382"/>
              </a:spcBef>
              <a:spcAft>
                <a:spcPts val="0"/>
              </a:spcAft>
              <a:buClr>
                <a:srgbClr val="888888"/>
              </a:buClr>
              <a:buSzPts val="6909"/>
              <a:buNone/>
              <a:defRPr sz="6908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240"/>
              </a:spcBef>
              <a:spcAft>
                <a:spcPts val="0"/>
              </a:spcAft>
              <a:buClr>
                <a:srgbClr val="888888"/>
              </a:buClr>
              <a:buSzPts val="6198"/>
              <a:buNone/>
              <a:defRPr sz="6198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1828802" y="7680966"/>
            <a:ext cx="16154400" cy="2172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918908" algn="l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Char char="•"/>
              <a:defRPr sz="10871"/>
            </a:lvl1pPr>
            <a:lvl2pPr marL="914400" lvl="1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–"/>
              <a:defRPr sz="9347"/>
            </a:lvl2pPr>
            <a:lvl3pPr marL="1371600" lvl="2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3pPr>
            <a:lvl4pPr marL="1828800" lvl="3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–"/>
              <a:defRPr sz="6908"/>
            </a:lvl4pPr>
            <a:lvl5pPr marL="2286000" lvl="4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»"/>
              <a:defRPr sz="6908"/>
            </a:lvl5pPr>
            <a:lvl6pPr marL="2743200" lvl="5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6pPr>
            <a:lvl7pPr marL="3200400" lvl="6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7pPr>
            <a:lvl8pPr marL="3657600" lvl="7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8pPr>
            <a:lvl9pPr marL="4114800" lvl="8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18592802" y="7680966"/>
            <a:ext cx="16154400" cy="2172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918908" algn="l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Char char="•"/>
              <a:defRPr sz="10871"/>
            </a:lvl1pPr>
            <a:lvl2pPr marL="914400" lvl="1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–"/>
              <a:defRPr sz="9347"/>
            </a:lvl2pPr>
            <a:lvl3pPr marL="1371600" lvl="2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3pPr>
            <a:lvl4pPr marL="1828800" lvl="3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–"/>
              <a:defRPr sz="6908"/>
            </a:lvl4pPr>
            <a:lvl5pPr marL="2286000" lvl="4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»"/>
              <a:defRPr sz="6908"/>
            </a:lvl5pPr>
            <a:lvl6pPr marL="2743200" lvl="5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6pPr>
            <a:lvl7pPr marL="3200400" lvl="6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7pPr>
            <a:lvl8pPr marL="3657600" lvl="7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8pPr>
            <a:lvl9pPr marL="4114800" lvl="8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1828803" y="7368542"/>
            <a:ext cx="16160753" cy="307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marL="457200" lvl="0" indent="-228600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None/>
              <a:defRPr sz="9347" b="1"/>
            </a:lvl1pPr>
            <a:lvl2pPr marL="914400" lvl="1" indent="-228600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None/>
              <a:defRPr sz="7722" b="1"/>
            </a:lvl2pPr>
            <a:lvl3pPr marL="1371600" lvl="2" indent="-228600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None/>
              <a:defRPr sz="6908" b="1"/>
            </a:lvl3pPr>
            <a:lvl4pPr marL="1828800" lvl="3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4pPr>
            <a:lvl5pPr marL="2286000" lvl="4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5pPr>
            <a:lvl6pPr marL="2743200" lvl="5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6pPr>
            <a:lvl7pPr marL="3200400" lvl="6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7pPr>
            <a:lvl8pPr marL="3657600" lvl="7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8pPr>
            <a:lvl9pPr marL="4114800" lvl="8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1828803" y="10439400"/>
            <a:ext cx="16160753" cy="1896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•"/>
              <a:defRPr sz="9347"/>
            </a:lvl1pPr>
            <a:lvl2pPr marL="914400" lvl="1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–"/>
              <a:defRPr sz="7722"/>
            </a:lvl2pPr>
            <a:lvl3pPr marL="1371600" lvl="2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3pPr>
            <a:lvl4pPr marL="1828800" lvl="3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–"/>
              <a:defRPr sz="6198"/>
            </a:lvl4pPr>
            <a:lvl5pPr marL="2286000" lvl="4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»"/>
              <a:defRPr sz="6198"/>
            </a:lvl5pPr>
            <a:lvl6pPr marL="2743200" lvl="5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6pPr>
            <a:lvl7pPr marL="3200400" lvl="6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7pPr>
            <a:lvl8pPr marL="3657600" lvl="7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8pPr>
            <a:lvl9pPr marL="4114800" lvl="8" indent="-622172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3"/>
          </p:nvPr>
        </p:nvSpPr>
        <p:spPr>
          <a:xfrm>
            <a:off x="18580106" y="7368542"/>
            <a:ext cx="16167101" cy="307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marL="457200" lvl="0" indent="-228600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None/>
              <a:defRPr sz="9347" b="1"/>
            </a:lvl1pPr>
            <a:lvl2pPr marL="914400" lvl="1" indent="-228600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None/>
              <a:defRPr sz="7722" b="1"/>
            </a:lvl2pPr>
            <a:lvl3pPr marL="1371600" lvl="2" indent="-228600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None/>
              <a:defRPr sz="6908" b="1"/>
            </a:lvl3pPr>
            <a:lvl4pPr marL="1828800" lvl="3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4pPr>
            <a:lvl5pPr marL="2286000" lvl="4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5pPr>
            <a:lvl6pPr marL="2743200" lvl="5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6pPr>
            <a:lvl7pPr marL="3200400" lvl="6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7pPr>
            <a:lvl8pPr marL="3657600" lvl="7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8pPr>
            <a:lvl9pPr marL="4114800" lvl="8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4"/>
          </p:nvPr>
        </p:nvSpPr>
        <p:spPr>
          <a:xfrm>
            <a:off x="18580106" y="10439400"/>
            <a:ext cx="16167101" cy="1896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•"/>
              <a:defRPr sz="9347"/>
            </a:lvl1pPr>
            <a:lvl2pPr marL="914400" lvl="1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–"/>
              <a:defRPr sz="7722"/>
            </a:lvl2pPr>
            <a:lvl3pPr marL="1371600" lvl="2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3pPr>
            <a:lvl4pPr marL="1828800" lvl="3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–"/>
              <a:defRPr sz="6198"/>
            </a:lvl4pPr>
            <a:lvl5pPr marL="2286000" lvl="4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»"/>
              <a:defRPr sz="6198"/>
            </a:lvl5pPr>
            <a:lvl6pPr marL="2743200" lvl="5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6pPr>
            <a:lvl7pPr marL="3200400" lvl="6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7pPr>
            <a:lvl8pPr marL="3657600" lvl="7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8pPr>
            <a:lvl9pPr marL="4114800" lvl="8" indent="-622172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828805" y="1310640"/>
            <a:ext cx="12033252" cy="557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722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14300202" y="1310643"/>
            <a:ext cx="20447000" cy="28094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1015682" algn="l">
              <a:spcBef>
                <a:spcPts val="2479"/>
              </a:spcBef>
              <a:spcAft>
                <a:spcPts val="0"/>
              </a:spcAft>
              <a:buClr>
                <a:schemeClr val="dk1"/>
              </a:buClr>
              <a:buSzPts val="12395"/>
              <a:buChar char="•"/>
              <a:defRPr sz="12395"/>
            </a:lvl1pPr>
            <a:lvl2pPr marL="914400" lvl="1" indent="-918908" algn="l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Char char="–"/>
              <a:defRPr sz="10871"/>
            </a:lvl2pPr>
            <a:lvl3pPr marL="1371600" lvl="2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•"/>
              <a:defRPr sz="9347"/>
            </a:lvl3pPr>
            <a:lvl4pPr marL="1828800" lvl="3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–"/>
              <a:defRPr sz="7722"/>
            </a:lvl4pPr>
            <a:lvl5pPr marL="2286000" lvl="4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»"/>
              <a:defRPr sz="7722"/>
            </a:lvl5pPr>
            <a:lvl6pPr marL="2743200" lvl="5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6pPr>
            <a:lvl7pPr marL="3200400" lvl="6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7pPr>
            <a:lvl8pPr marL="3657600" lvl="7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8pPr>
            <a:lvl9pPr marL="4114800" lvl="8" indent="-718946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828805" y="6888486"/>
            <a:ext cx="12033252" cy="2251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228600" algn="l">
              <a:spcBef>
                <a:spcPts val="1097"/>
              </a:spcBef>
              <a:spcAft>
                <a:spcPts val="0"/>
              </a:spcAft>
              <a:buClr>
                <a:schemeClr val="dk1"/>
              </a:buClr>
              <a:buSzPts val="5486"/>
              <a:buNone/>
              <a:defRPr sz="5486"/>
            </a:lvl1pPr>
            <a:lvl2pPr marL="914400" lvl="1" indent="-228600" algn="l">
              <a:spcBef>
                <a:spcPts val="935"/>
              </a:spcBef>
              <a:spcAft>
                <a:spcPts val="0"/>
              </a:spcAft>
              <a:buClr>
                <a:schemeClr val="dk1"/>
              </a:buClr>
              <a:buSzPts val="4674"/>
              <a:buNone/>
              <a:defRPr sz="4674"/>
            </a:lvl2pPr>
            <a:lvl3pPr marL="1371600" lvl="2" indent="-228600" algn="l">
              <a:spcBef>
                <a:spcPts val="772"/>
              </a:spcBef>
              <a:spcAft>
                <a:spcPts val="0"/>
              </a:spcAft>
              <a:buClr>
                <a:schemeClr val="dk1"/>
              </a:buClr>
              <a:buSzPts val="3861"/>
              <a:buNone/>
              <a:defRPr sz="3861"/>
            </a:lvl3pPr>
            <a:lvl4pPr marL="1828800" lvl="3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4pPr>
            <a:lvl5pPr marL="2286000" lvl="4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5pPr>
            <a:lvl6pPr marL="2743200" lvl="5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6pPr>
            <a:lvl7pPr marL="3200400" lvl="6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7pPr>
            <a:lvl8pPr marL="3657600" lvl="7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8pPr>
            <a:lvl9pPr marL="4114800" lvl="8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7169154" y="23042880"/>
            <a:ext cx="21945600" cy="272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722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7169154" y="2941322"/>
            <a:ext cx="21945600" cy="1975104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7169154" y="25763223"/>
            <a:ext cx="21945600" cy="386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228600" algn="l">
              <a:spcBef>
                <a:spcPts val="1097"/>
              </a:spcBef>
              <a:spcAft>
                <a:spcPts val="0"/>
              </a:spcAft>
              <a:buClr>
                <a:schemeClr val="dk1"/>
              </a:buClr>
              <a:buSzPts val="5486"/>
              <a:buNone/>
              <a:defRPr sz="5486"/>
            </a:lvl1pPr>
            <a:lvl2pPr marL="914400" lvl="1" indent="-228600" algn="l">
              <a:spcBef>
                <a:spcPts val="935"/>
              </a:spcBef>
              <a:spcAft>
                <a:spcPts val="0"/>
              </a:spcAft>
              <a:buClr>
                <a:schemeClr val="dk1"/>
              </a:buClr>
              <a:buSzPts val="4674"/>
              <a:buNone/>
              <a:defRPr sz="4674"/>
            </a:lvl2pPr>
            <a:lvl3pPr marL="1371600" lvl="2" indent="-228600" algn="l">
              <a:spcBef>
                <a:spcPts val="772"/>
              </a:spcBef>
              <a:spcAft>
                <a:spcPts val="0"/>
              </a:spcAft>
              <a:buClr>
                <a:schemeClr val="dk1"/>
              </a:buClr>
              <a:buSzPts val="3861"/>
              <a:buNone/>
              <a:defRPr sz="3861"/>
            </a:lvl3pPr>
            <a:lvl4pPr marL="1828800" lvl="3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4pPr>
            <a:lvl5pPr marL="2286000" lvl="4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5pPr>
            <a:lvl6pPr marL="2743200" lvl="5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6pPr>
            <a:lvl7pPr marL="3200400" lvl="6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7pPr>
            <a:lvl8pPr marL="3657600" lvl="7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8pPr>
            <a:lvl9pPr marL="4114800" lvl="8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7425523" y="2084045"/>
            <a:ext cx="21724953" cy="3291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85751673" y="53160931"/>
            <a:ext cx="134820662" cy="4114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3150869" y="12317731"/>
            <a:ext cx="134820662" cy="1228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829042" y="7680526"/>
            <a:ext cx="32917916" cy="2172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marR="0" lvl="0" indent="-1015682" algn="l" rtl="0">
              <a:spcBef>
                <a:spcPts val="2479"/>
              </a:spcBef>
              <a:spcAft>
                <a:spcPts val="0"/>
              </a:spcAft>
              <a:buClr>
                <a:schemeClr val="dk1"/>
              </a:buClr>
              <a:buSzPts val="12395"/>
              <a:buFont typeface="Arial"/>
              <a:buChar char="•"/>
              <a:defRPr sz="1239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918908" algn="l" rtl="0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Font typeface="Arial"/>
              <a:buChar char="–"/>
              <a:defRPr sz="108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822134" algn="l" rtl="0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Font typeface="Arial"/>
              <a:buChar char="•"/>
              <a:defRPr sz="93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–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»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718946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9CAA071-A88A-9345-9C5E-670D898931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037387"/>
              </p:ext>
            </p:extLst>
          </p:nvPr>
        </p:nvGraphicFramePr>
        <p:xfrm>
          <a:off x="98425" y="98425"/>
          <a:ext cx="400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400069" imgH="514350" progId="Package">
                  <p:embed/>
                </p:oleObj>
              </mc:Choice>
              <mc:Fallback>
                <p:oleObj name="Packager Shell Object" showAsIcon="1" r:id="rId2" imgW="40006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425" y="98425"/>
                        <a:ext cx="4000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6D2717A-0DF5-7447-97FA-7EE5E471C5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366214"/>
              </p:ext>
            </p:extLst>
          </p:nvPr>
        </p:nvGraphicFramePr>
        <p:xfrm>
          <a:off x="98425" y="98425"/>
          <a:ext cx="400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400069" imgH="514350" progId="Package">
                  <p:embed/>
                </p:oleObj>
              </mc:Choice>
              <mc:Fallback>
                <p:oleObj name="Packager Shell Object" showAsIcon="1" r:id="rId4" imgW="40006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8425" y="98425"/>
                        <a:ext cx="4000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8F51A865-9AF0-DCF9-2DB0-D95FF7F7F5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456" r="2381" b="3384"/>
          <a:stretch>
            <a:fillRect/>
          </a:stretch>
        </p:blipFill>
        <p:spPr>
          <a:xfrm>
            <a:off x="898525" y="6511332"/>
            <a:ext cx="34806618" cy="1922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146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888707C2-3318-A9CA-E087-E746027FB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0162E0-59B8-7B8B-ED02-255376F103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775" t="14682" r="27841" b="20828"/>
          <a:stretch>
            <a:fillRect/>
          </a:stretch>
        </p:blipFill>
        <p:spPr>
          <a:xfrm>
            <a:off x="14745474" y="13603066"/>
            <a:ext cx="3287448" cy="23509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CF94C6-D025-4D57-5918-244D62EEB0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498" t="14067" r="27343" b="20754"/>
          <a:stretch>
            <a:fillRect/>
          </a:stretch>
        </p:blipFill>
        <p:spPr>
          <a:xfrm>
            <a:off x="9825131" y="16655403"/>
            <a:ext cx="3337016" cy="23760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DA5FE9-C991-90E3-A578-5EF68AA0B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995" t="14136" r="27837" b="21373"/>
          <a:stretch>
            <a:fillRect/>
          </a:stretch>
        </p:blipFill>
        <p:spPr>
          <a:xfrm>
            <a:off x="14759031" y="16655403"/>
            <a:ext cx="3273542" cy="23509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AE4FD2-6A9D-3558-4638-A72B39982F8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487" t="14680" r="28129" b="21888"/>
          <a:stretch>
            <a:fillRect/>
          </a:stretch>
        </p:blipFill>
        <p:spPr>
          <a:xfrm>
            <a:off x="9825131" y="13603066"/>
            <a:ext cx="3287449" cy="231235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410C392-4511-5330-48DC-1AA35F808C54}"/>
              </a:ext>
            </a:extLst>
          </p:cNvPr>
          <p:cNvSpPr txBox="1"/>
          <p:nvPr/>
        </p:nvSpPr>
        <p:spPr>
          <a:xfrm>
            <a:off x="13130410" y="16761301"/>
            <a:ext cx="16840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DNA age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6171B2-4D8C-D163-8A37-A4B27E57624E}"/>
              </a:ext>
            </a:extLst>
          </p:cNvPr>
          <p:cNvSpPr txBox="1"/>
          <p:nvPr/>
        </p:nvSpPr>
        <p:spPr>
          <a:xfrm>
            <a:off x="13130410" y="16899413"/>
            <a:ext cx="16840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DNA age x prop.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AA23AD-EAC5-6D61-AE97-77E3AF46CEEB}"/>
              </a:ext>
            </a:extLst>
          </p:cNvPr>
          <p:cNvSpPr txBox="1"/>
          <p:nvPr/>
        </p:nvSpPr>
        <p:spPr>
          <a:xfrm>
            <a:off x="13130410" y="17037525"/>
            <a:ext cx="16840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LINE age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15D9E4-B2C6-90A1-D193-3E8F30084E98}"/>
              </a:ext>
            </a:extLst>
          </p:cNvPr>
          <p:cNvSpPr txBox="1"/>
          <p:nvPr/>
        </p:nvSpPr>
        <p:spPr>
          <a:xfrm>
            <a:off x="13130410" y="17175637"/>
            <a:ext cx="16840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LTR age x prop.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75525C-1F6A-1BDE-8836-B8462CB9EEFB}"/>
              </a:ext>
            </a:extLst>
          </p:cNvPr>
          <p:cNvSpPr txBox="1"/>
          <p:nvPr/>
        </p:nvSpPr>
        <p:spPr>
          <a:xfrm>
            <a:off x="13130410" y="17313749"/>
            <a:ext cx="16840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Others age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998515C-07B0-1DEC-8115-3443BD05BE68}"/>
              </a:ext>
            </a:extLst>
          </p:cNvPr>
          <p:cNvSpPr txBox="1"/>
          <p:nvPr/>
        </p:nvSpPr>
        <p:spPr>
          <a:xfrm>
            <a:off x="13130410" y="17451861"/>
            <a:ext cx="16840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Others age x prop.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0E7F28-443B-A2AC-176D-7DBD7F83B072}"/>
              </a:ext>
            </a:extLst>
          </p:cNvPr>
          <p:cNvSpPr txBox="1"/>
          <p:nvPr/>
        </p:nvSpPr>
        <p:spPr>
          <a:xfrm>
            <a:off x="13131877" y="17589973"/>
            <a:ext cx="16840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SINE age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63B509-27EF-29EB-AB3D-4CEBF4EAA433}"/>
              </a:ext>
            </a:extLst>
          </p:cNvPr>
          <p:cNvSpPr txBox="1"/>
          <p:nvPr/>
        </p:nvSpPr>
        <p:spPr>
          <a:xfrm>
            <a:off x="13130410" y="17728085"/>
            <a:ext cx="16840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Unknown age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8D3284-8479-B1EE-5C7D-DB0F0745DB66}"/>
              </a:ext>
            </a:extLst>
          </p:cNvPr>
          <p:cNvSpPr txBox="1"/>
          <p:nvPr/>
        </p:nvSpPr>
        <p:spPr>
          <a:xfrm>
            <a:off x="13130410" y="17862249"/>
            <a:ext cx="16840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Unknown age x prop.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77AFB92-0CEE-50C0-1672-4EE0E521D42D}"/>
              </a:ext>
            </a:extLst>
          </p:cNvPr>
          <p:cNvSpPr txBox="1"/>
          <p:nvPr/>
        </p:nvSpPr>
        <p:spPr>
          <a:xfrm>
            <a:off x="13130410" y="18003556"/>
            <a:ext cx="16840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LINE proportion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611B5F-9927-2CE2-6145-5DB590DF5C7D}"/>
              </a:ext>
            </a:extLst>
          </p:cNvPr>
          <p:cNvSpPr txBox="1"/>
          <p:nvPr/>
        </p:nvSpPr>
        <p:spPr>
          <a:xfrm>
            <a:off x="13131878" y="18142421"/>
            <a:ext cx="16840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LTR proportion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7073772-114C-4DCE-D32C-542270626B80}"/>
              </a:ext>
            </a:extLst>
          </p:cNvPr>
          <p:cNvSpPr txBox="1"/>
          <p:nvPr/>
        </p:nvSpPr>
        <p:spPr>
          <a:xfrm>
            <a:off x="13130410" y="18278966"/>
            <a:ext cx="16840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Others proportion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5116E87-0CF0-64E3-69EF-9FA6D57711B3}"/>
              </a:ext>
            </a:extLst>
          </p:cNvPr>
          <p:cNvSpPr txBox="1"/>
          <p:nvPr/>
        </p:nvSpPr>
        <p:spPr>
          <a:xfrm>
            <a:off x="13130410" y="18417078"/>
            <a:ext cx="16840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SINE proportion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A21A716-E86B-D606-2E34-B1D75AE912AD}"/>
              </a:ext>
            </a:extLst>
          </p:cNvPr>
          <p:cNvSpPr txBox="1"/>
          <p:nvPr/>
        </p:nvSpPr>
        <p:spPr>
          <a:xfrm>
            <a:off x="13130410" y="18553623"/>
            <a:ext cx="16840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Unknown proportion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8F2962A-8CAC-9DB5-5D45-8C3CB7B2E682}"/>
              </a:ext>
            </a:extLst>
          </p:cNvPr>
          <p:cNvSpPr txBox="1"/>
          <p:nvPr/>
        </p:nvSpPr>
        <p:spPr>
          <a:xfrm>
            <a:off x="13130410" y="15260205"/>
            <a:ext cx="16840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/>
              <a:t>LINE proportion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20EF691-0520-451A-F903-5367548CB260}"/>
              </a:ext>
            </a:extLst>
          </p:cNvPr>
          <p:cNvSpPr txBox="1"/>
          <p:nvPr/>
        </p:nvSpPr>
        <p:spPr>
          <a:xfrm>
            <a:off x="13130407" y="14800633"/>
            <a:ext cx="16840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/>
              <a:t>DNA proportion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7C09E0E-EF47-6E3A-892A-E64E4A425C42}"/>
              </a:ext>
            </a:extLst>
          </p:cNvPr>
          <p:cNvSpPr txBox="1"/>
          <p:nvPr/>
        </p:nvSpPr>
        <p:spPr>
          <a:xfrm>
            <a:off x="13130407" y="14340936"/>
            <a:ext cx="16840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/>
              <a:t>SINE age x prop.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A4AEFD2-4824-D1C7-3C4A-B3466675B397}"/>
              </a:ext>
            </a:extLst>
          </p:cNvPr>
          <p:cNvSpPr txBox="1"/>
          <p:nvPr/>
        </p:nvSpPr>
        <p:spPr>
          <a:xfrm>
            <a:off x="13130407" y="13880085"/>
            <a:ext cx="16840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/>
              <a:t>LINE age x prop.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F95FB79-103C-3540-9E61-0FC27A4B684C}"/>
              </a:ext>
            </a:extLst>
          </p:cNvPr>
          <p:cNvSpPr txBox="1"/>
          <p:nvPr/>
        </p:nvSpPr>
        <p:spPr>
          <a:xfrm>
            <a:off x="8227894" y="15301456"/>
            <a:ext cx="16840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/>
              <a:t>SINE proportion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5A1008A-FA33-12D7-BB5F-CFD17C19D361}"/>
              </a:ext>
            </a:extLst>
          </p:cNvPr>
          <p:cNvSpPr txBox="1"/>
          <p:nvPr/>
        </p:nvSpPr>
        <p:spPr>
          <a:xfrm>
            <a:off x="8227893" y="15009068"/>
            <a:ext cx="16840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/>
              <a:t>LINE proportion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CDAEA9A-31BA-2C8D-A4B9-7F5882277312}"/>
              </a:ext>
            </a:extLst>
          </p:cNvPr>
          <p:cNvSpPr txBox="1"/>
          <p:nvPr/>
        </p:nvSpPr>
        <p:spPr>
          <a:xfrm>
            <a:off x="8227893" y="14716245"/>
            <a:ext cx="16840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/>
              <a:t>DNA proportion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7B03B01-913C-3F00-D989-07EA93B5FD43}"/>
              </a:ext>
            </a:extLst>
          </p:cNvPr>
          <p:cNvSpPr txBox="1"/>
          <p:nvPr/>
        </p:nvSpPr>
        <p:spPr>
          <a:xfrm>
            <a:off x="8227893" y="14422464"/>
            <a:ext cx="16840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/>
              <a:t>SINE age x prop.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2E4DAD7-D788-D4A5-6E27-46485AB2B237}"/>
              </a:ext>
            </a:extLst>
          </p:cNvPr>
          <p:cNvSpPr txBox="1"/>
          <p:nvPr/>
        </p:nvSpPr>
        <p:spPr>
          <a:xfrm>
            <a:off x="8227893" y="14129777"/>
            <a:ext cx="16840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/>
              <a:t>SINE age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82905EC-2D9D-7F8F-57C6-F1EDF75096C8}"/>
              </a:ext>
            </a:extLst>
          </p:cNvPr>
          <p:cNvSpPr txBox="1"/>
          <p:nvPr/>
        </p:nvSpPr>
        <p:spPr>
          <a:xfrm>
            <a:off x="8227893" y="13838619"/>
            <a:ext cx="16840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/>
              <a:t>LTR age x prop.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CC4F09E-5BA3-25AC-5529-C407EBC34022}"/>
              </a:ext>
            </a:extLst>
          </p:cNvPr>
          <p:cNvSpPr txBox="1"/>
          <p:nvPr/>
        </p:nvSpPr>
        <p:spPr>
          <a:xfrm>
            <a:off x="8228247" y="18003967"/>
            <a:ext cx="16840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/>
              <a:t>Others proportion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AC2C171-9160-10D0-C551-4D5EE3A99959}"/>
              </a:ext>
            </a:extLst>
          </p:cNvPr>
          <p:cNvSpPr txBox="1"/>
          <p:nvPr/>
        </p:nvSpPr>
        <p:spPr>
          <a:xfrm>
            <a:off x="10070064" y="18990189"/>
            <a:ext cx="5482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-1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B08683C-70C6-CDE4-627F-C604DCCCB874}"/>
              </a:ext>
            </a:extLst>
          </p:cNvPr>
          <p:cNvSpPr txBox="1"/>
          <p:nvPr/>
        </p:nvSpPr>
        <p:spPr>
          <a:xfrm>
            <a:off x="10747289" y="18990190"/>
            <a:ext cx="5482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-0.5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2927145-C52E-BFB0-875A-DE12A494034F}"/>
              </a:ext>
            </a:extLst>
          </p:cNvPr>
          <p:cNvSpPr txBox="1"/>
          <p:nvPr/>
        </p:nvSpPr>
        <p:spPr>
          <a:xfrm>
            <a:off x="11424511" y="18990189"/>
            <a:ext cx="5482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0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BD5E3CA-A985-B775-6815-5B1B09F78A88}"/>
              </a:ext>
            </a:extLst>
          </p:cNvPr>
          <p:cNvSpPr txBox="1"/>
          <p:nvPr/>
        </p:nvSpPr>
        <p:spPr>
          <a:xfrm>
            <a:off x="12096973" y="18990189"/>
            <a:ext cx="5482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0.5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FB5D36E-7F50-86AA-09A5-72168BC58E99}"/>
              </a:ext>
            </a:extLst>
          </p:cNvPr>
          <p:cNvSpPr txBox="1"/>
          <p:nvPr/>
        </p:nvSpPr>
        <p:spPr>
          <a:xfrm>
            <a:off x="12774197" y="18990189"/>
            <a:ext cx="5482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414A936-3BC7-E891-BB92-9B3809FBD6A5}"/>
              </a:ext>
            </a:extLst>
          </p:cNvPr>
          <p:cNvSpPr txBox="1"/>
          <p:nvPr/>
        </p:nvSpPr>
        <p:spPr>
          <a:xfrm>
            <a:off x="15267074" y="18987808"/>
            <a:ext cx="5482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-0.5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D007E41-FBBB-6AF2-3D90-94BC6CB095EC}"/>
              </a:ext>
            </a:extLst>
          </p:cNvPr>
          <p:cNvSpPr txBox="1"/>
          <p:nvPr/>
        </p:nvSpPr>
        <p:spPr>
          <a:xfrm>
            <a:off x="16157008" y="18990189"/>
            <a:ext cx="5482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0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0ADB2C9-6A0E-1272-43E0-039337AECB93}"/>
              </a:ext>
            </a:extLst>
          </p:cNvPr>
          <p:cNvSpPr txBox="1"/>
          <p:nvPr/>
        </p:nvSpPr>
        <p:spPr>
          <a:xfrm>
            <a:off x="17051707" y="18990189"/>
            <a:ext cx="5482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0.5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322B6DF-1319-ADDA-11F3-DAEA71D71A68}"/>
              </a:ext>
            </a:extLst>
          </p:cNvPr>
          <p:cNvSpPr txBox="1"/>
          <p:nvPr/>
        </p:nvSpPr>
        <p:spPr>
          <a:xfrm>
            <a:off x="17190936" y="15916569"/>
            <a:ext cx="5482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2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AD35FD3-DF13-3E3D-8299-F427A1EEC0A8}"/>
              </a:ext>
            </a:extLst>
          </p:cNvPr>
          <p:cNvSpPr txBox="1"/>
          <p:nvPr/>
        </p:nvSpPr>
        <p:spPr>
          <a:xfrm>
            <a:off x="16590397" y="15916569"/>
            <a:ext cx="5482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1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2826876-914C-FE08-C79A-1C4B6E310AD8}"/>
              </a:ext>
            </a:extLst>
          </p:cNvPr>
          <p:cNvSpPr txBox="1"/>
          <p:nvPr/>
        </p:nvSpPr>
        <p:spPr>
          <a:xfrm>
            <a:off x="15992240" y="15916569"/>
            <a:ext cx="5482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0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6590ADA-F3E3-1FDF-5C30-063F45F6603E}"/>
              </a:ext>
            </a:extLst>
          </p:cNvPr>
          <p:cNvSpPr txBox="1"/>
          <p:nvPr/>
        </p:nvSpPr>
        <p:spPr>
          <a:xfrm>
            <a:off x="15398846" y="15915419"/>
            <a:ext cx="5482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-1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81572A7-19DD-9F10-BC73-25554D743B48}"/>
              </a:ext>
            </a:extLst>
          </p:cNvPr>
          <p:cNvSpPr txBox="1"/>
          <p:nvPr/>
        </p:nvSpPr>
        <p:spPr>
          <a:xfrm>
            <a:off x="14795480" y="15915419"/>
            <a:ext cx="5482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-2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96861EB-171D-8BDE-AFA6-C5E914BE7820}"/>
              </a:ext>
            </a:extLst>
          </p:cNvPr>
          <p:cNvSpPr txBox="1"/>
          <p:nvPr/>
        </p:nvSpPr>
        <p:spPr>
          <a:xfrm>
            <a:off x="12547814" y="15915419"/>
            <a:ext cx="5482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978256F-C9DD-7E84-0003-C98F9DCB0A22}"/>
              </a:ext>
            </a:extLst>
          </p:cNvPr>
          <p:cNvSpPr txBox="1"/>
          <p:nvPr/>
        </p:nvSpPr>
        <p:spPr>
          <a:xfrm>
            <a:off x="11896783" y="15915419"/>
            <a:ext cx="5482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1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3CCA778-9EB9-A279-2261-A83CAE3171E0}"/>
              </a:ext>
            </a:extLst>
          </p:cNvPr>
          <p:cNvSpPr txBox="1"/>
          <p:nvPr/>
        </p:nvSpPr>
        <p:spPr>
          <a:xfrm>
            <a:off x="11248133" y="15915419"/>
            <a:ext cx="5482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0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D33CC74-3CB2-80C1-E844-F07D6E6983F2}"/>
              </a:ext>
            </a:extLst>
          </p:cNvPr>
          <p:cNvSpPr txBox="1"/>
          <p:nvPr/>
        </p:nvSpPr>
        <p:spPr>
          <a:xfrm>
            <a:off x="10599484" y="15915419"/>
            <a:ext cx="5482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-1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D7FAE01-51BA-2556-A4AB-DD2CA686DCF9}"/>
              </a:ext>
            </a:extLst>
          </p:cNvPr>
          <p:cNvSpPr txBox="1"/>
          <p:nvPr/>
        </p:nvSpPr>
        <p:spPr>
          <a:xfrm>
            <a:off x="9951454" y="15915419"/>
            <a:ext cx="5482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-2</a:t>
            </a:r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E42A7D95-1C8A-72B7-48AD-7DA42E00530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3264" t="20922" r="9701" b="66305"/>
          <a:stretch>
            <a:fillRect/>
          </a:stretch>
        </p:blipFill>
        <p:spPr>
          <a:xfrm>
            <a:off x="17842421" y="14579796"/>
            <a:ext cx="2187753" cy="934668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9DECBF54-75AF-45F9-6818-71F5AD7F32AF}"/>
              </a:ext>
            </a:extLst>
          </p:cNvPr>
          <p:cNvSpPr txBox="1"/>
          <p:nvPr/>
        </p:nvSpPr>
        <p:spPr>
          <a:xfrm>
            <a:off x="9969851" y="13266319"/>
            <a:ext cx="1684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All species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294FF47-F487-D7CD-AE86-7348ADFBE622}"/>
              </a:ext>
            </a:extLst>
          </p:cNvPr>
          <p:cNvSpPr txBox="1"/>
          <p:nvPr/>
        </p:nvSpPr>
        <p:spPr>
          <a:xfrm>
            <a:off x="14875419" y="13266319"/>
            <a:ext cx="1684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Mammalia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F613C8E-460C-1A05-8FDD-793137665073}"/>
              </a:ext>
            </a:extLst>
          </p:cNvPr>
          <p:cNvSpPr txBox="1"/>
          <p:nvPr/>
        </p:nvSpPr>
        <p:spPr>
          <a:xfrm>
            <a:off x="9972437" y="16341090"/>
            <a:ext cx="1684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Actinopterygii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D6B7E08-CE46-7330-9139-D35354443ACB}"/>
              </a:ext>
            </a:extLst>
          </p:cNvPr>
          <p:cNvSpPr txBox="1"/>
          <p:nvPr/>
        </p:nvSpPr>
        <p:spPr>
          <a:xfrm>
            <a:off x="14876340" y="16341293"/>
            <a:ext cx="1684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Sauropsida</a:t>
            </a:r>
            <a:endParaRPr lang="en-US" sz="1600" dirty="0"/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E7C1B47B-9EB9-6862-B6DA-6CB03AEF60A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3264" t="42542" r="9701" b="49130"/>
          <a:stretch>
            <a:fillRect/>
          </a:stretch>
        </p:blipFill>
        <p:spPr>
          <a:xfrm>
            <a:off x="18142043" y="16881506"/>
            <a:ext cx="2187753" cy="609407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68D798CF-9992-C537-7041-0E0B0C475E95}"/>
              </a:ext>
            </a:extLst>
          </p:cNvPr>
          <p:cNvSpPr txBox="1"/>
          <p:nvPr/>
        </p:nvSpPr>
        <p:spPr>
          <a:xfrm>
            <a:off x="18182296" y="13916121"/>
            <a:ext cx="1684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Response</a:t>
            </a:r>
          </a:p>
          <a:p>
            <a:r>
              <a:rPr lang="en-US" sz="1800" dirty="0"/>
              <a:t>metric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B2F303B-6D7F-5B9E-4B7A-A36BF540E4AC}"/>
              </a:ext>
            </a:extLst>
          </p:cNvPr>
          <p:cNvSpPr txBox="1"/>
          <p:nvPr/>
        </p:nvSpPr>
        <p:spPr>
          <a:xfrm>
            <a:off x="18212744" y="16497790"/>
            <a:ext cx="168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Adequacy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7D90586-2CBF-9726-DB19-39052AB35979}"/>
              </a:ext>
            </a:extLst>
          </p:cNvPr>
          <p:cNvSpPr txBox="1"/>
          <p:nvPr/>
        </p:nvSpPr>
        <p:spPr>
          <a:xfrm>
            <a:off x="10333423" y="19280196"/>
            <a:ext cx="23788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Sign-aligned </a:t>
            </a:r>
            <a:r>
              <a:rPr lang="el-GR" sz="1500" dirty="0"/>
              <a:t>β</a:t>
            </a:r>
            <a:r>
              <a:rPr lang="en-US" sz="1500" dirty="0"/>
              <a:t> </a:t>
            </a:r>
          </a:p>
          <a:p>
            <a:pPr algn="ctr"/>
            <a:r>
              <a:rPr lang="en-US" sz="1500" dirty="0"/>
              <a:t> 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1FBE32D0-E3CF-261C-8EB4-FB9065B70273}"/>
              </a:ext>
            </a:extLst>
          </p:cNvPr>
          <p:cNvSpPr txBox="1"/>
          <p:nvPr/>
        </p:nvSpPr>
        <p:spPr>
          <a:xfrm>
            <a:off x="15246006" y="19280196"/>
            <a:ext cx="23788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Sign-aligned </a:t>
            </a:r>
            <a:r>
              <a:rPr lang="el-GR" sz="1500" dirty="0"/>
              <a:t>β</a:t>
            </a:r>
            <a:r>
              <a:rPr lang="en-US" sz="1500" dirty="0"/>
              <a:t> </a:t>
            </a:r>
          </a:p>
          <a:p>
            <a:pPr algn="ctr"/>
            <a:r>
              <a:rPr lang="en-US" sz="15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087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4011</TotalTime>
  <Words>114</Words>
  <Application>Microsoft Office PowerPoint</Application>
  <PresentationFormat>Custom</PresentationFormat>
  <Paragraphs>55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Office Theme</vt:lpstr>
      <vt:lpstr>Packager Shell Object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Tomoni Minamoto</dc:creator>
  <cp:lastModifiedBy>Zhaobo Hu</cp:lastModifiedBy>
  <cp:revision>239</cp:revision>
  <dcterms:created xsi:type="dcterms:W3CDTF">2014-10-11T23:18:25Z</dcterms:created>
  <dcterms:modified xsi:type="dcterms:W3CDTF">2026-05-20T17:25:02Z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38202f9-8d41-4950-b014-f183e397b746_Enabled">
    <vt:lpwstr>true</vt:lpwstr>
  </property>
  <property fmtid="{D5CDD505-2E9C-101B-9397-08002B2CF9AE}" pid="3" name="MSIP_Label_638202f9-8d41-4950-b014-f183e397b746_SetDate">
    <vt:lpwstr>2026-05-17T01:19:50Z</vt:lpwstr>
  </property>
  <property fmtid="{D5CDD505-2E9C-101B-9397-08002B2CF9AE}" pid="4" name="MSIP_Label_638202f9-8d41-4950-b014-f183e397b746_Method">
    <vt:lpwstr>Standard</vt:lpwstr>
  </property>
  <property fmtid="{D5CDD505-2E9C-101B-9397-08002B2CF9AE}" pid="5" name="MSIP_Label_638202f9-8d41-4950-b014-f183e397b746_Name">
    <vt:lpwstr>defa4170-0d19-0005-0004-bc88714345d2</vt:lpwstr>
  </property>
  <property fmtid="{D5CDD505-2E9C-101B-9397-08002B2CF9AE}" pid="6" name="MSIP_Label_638202f9-8d41-4950-b014-f183e397b746_SiteId">
    <vt:lpwstr>13b3b0ce-cd75-49a4-bfea-0a03b01ff1ab</vt:lpwstr>
  </property>
  <property fmtid="{D5CDD505-2E9C-101B-9397-08002B2CF9AE}" pid="7" name="MSIP_Label_638202f9-8d41-4950-b014-f183e397b746_ActionId">
    <vt:lpwstr>7186205e-f81f-4adf-9b57-a268fae9f835</vt:lpwstr>
  </property>
  <property fmtid="{D5CDD505-2E9C-101B-9397-08002B2CF9AE}" pid="8" name="MSIP_Label_638202f9-8d41-4950-b014-f183e397b746_ContentBits">
    <vt:lpwstr>0</vt:lpwstr>
  </property>
  <property fmtid="{D5CDD505-2E9C-101B-9397-08002B2CF9AE}" pid="9" name="MSIP_Label_638202f9-8d41-4950-b014-f183e397b746_Tag">
    <vt:lpwstr>10, 3, 0, 1</vt:lpwstr>
  </property>
</Properties>
</file>