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36576000" cy="32918400"/>
  <p:notesSz cx="7010400" cy="92964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69">
          <p15:clr>
            <a:srgbClr val="A4A3A4"/>
          </p15:clr>
        </p15:guide>
        <p15:guide id="2" pos="11521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" roundtripDataSignature="AMtx7mhiytGPk8UOxiAGs9KaAxakDbg4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3B528B"/>
    <a:srgbClr val="440154"/>
    <a:srgbClr val="5DC863"/>
    <a:srgbClr val="2C728E"/>
    <a:srgbClr val="21908C"/>
    <a:srgbClr val="27AD81"/>
    <a:srgbClr val="AADC32"/>
    <a:srgbClr val="FDE725"/>
    <a:srgbClr val="472D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4" autoAdjust="0"/>
    <p:restoredTop sz="94964" autoAdjust="0"/>
  </p:normalViewPr>
  <p:slideViewPr>
    <p:cSldViewPr snapToGrid="0">
      <p:cViewPr>
        <p:scale>
          <a:sx n="25" d="100"/>
          <a:sy n="25" d="100"/>
        </p:scale>
        <p:origin x="280" y="-876"/>
      </p:cViewPr>
      <p:guideLst>
        <p:guide orient="horz" pos="10369"/>
        <p:guide pos="11521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0" Type="http://customschemas.google.com/relationships/presentationmetadata" Target="metadata"/><Relationship Id="rId4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L="457200" marR="0" lvl="0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45CFCE6A-9451-8C86-7CBB-1843F267B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3072C67B-8D2F-3AAE-394F-2C43DD5AB6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D581213B-582B-A4B3-0BE5-76B971FD3D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D9349ABE-2577-ABC2-60A2-ED6D28F813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22357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2889253" y="21153122"/>
            <a:ext cx="31089600" cy="6537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45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2889253" y="13952226"/>
            <a:ext cx="31089600" cy="720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 sz="7722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1382"/>
              </a:spcBef>
              <a:spcAft>
                <a:spcPts val="0"/>
              </a:spcAft>
              <a:buClr>
                <a:srgbClr val="888888"/>
              </a:buClr>
              <a:buSzPts val="6909"/>
              <a:buNone/>
              <a:defRPr sz="6908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240"/>
              </a:spcBef>
              <a:spcAft>
                <a:spcPts val="0"/>
              </a:spcAft>
              <a:buClr>
                <a:srgbClr val="888888"/>
              </a:buClr>
              <a:buSzPts val="6198"/>
              <a:buNone/>
              <a:defRPr sz="6198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1828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18592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1"/>
          </p:nvPr>
        </p:nvSpPr>
        <p:spPr>
          <a:xfrm>
            <a:off x="1828803" y="7368542"/>
            <a:ext cx="16160753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828803" y="10439400"/>
            <a:ext cx="16160753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3"/>
          </p:nvPr>
        </p:nvSpPr>
        <p:spPr>
          <a:xfrm>
            <a:off x="18580106" y="7368542"/>
            <a:ext cx="16167101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4"/>
          </p:nvPr>
        </p:nvSpPr>
        <p:spPr>
          <a:xfrm>
            <a:off x="18580106" y="10439400"/>
            <a:ext cx="16167101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828805" y="1310640"/>
            <a:ext cx="12033252" cy="5577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4300202" y="1310643"/>
            <a:ext cx="20447000" cy="28094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1015682" algn="l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Char char="•"/>
              <a:defRPr sz="12395"/>
            </a:lvl1pPr>
            <a:lvl2pPr marL="914400" lvl="1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–"/>
              <a:defRPr sz="10871"/>
            </a:lvl2pPr>
            <a:lvl3pPr marL="1371600" lvl="2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3pPr>
            <a:lvl4pPr marL="1828800" lvl="3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4pPr>
            <a:lvl5pPr marL="2286000" lvl="4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»"/>
              <a:defRPr sz="7722"/>
            </a:lvl5pPr>
            <a:lvl6pPr marL="2743200" lvl="5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6pPr>
            <a:lvl7pPr marL="3200400" lvl="6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7pPr>
            <a:lvl8pPr marL="3657600" lvl="7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8pPr>
            <a:lvl9pPr marL="4114800" lvl="8" indent="-718946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828805" y="6888486"/>
            <a:ext cx="12033252" cy="22517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7169154" y="23042880"/>
            <a:ext cx="21945600" cy="2720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7169154" y="2941322"/>
            <a:ext cx="21945600" cy="1975104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7169154" y="25763223"/>
            <a:ext cx="21945600" cy="386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7425523" y="2084045"/>
            <a:ext cx="21724953" cy="32917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85751673" y="53160931"/>
            <a:ext cx="134820662" cy="41148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150869" y="12317731"/>
            <a:ext cx="134820662" cy="1228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marR="0" lvl="0" indent="-1015682" algn="l" rtl="0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Font typeface="Arial"/>
              <a:buChar char="•"/>
              <a:defRPr sz="1239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18908" algn="l" rtl="0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Font typeface="Arial"/>
              <a:buChar char="–"/>
              <a:defRPr sz="1087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22134" algn="l" rtl="0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Font typeface="Arial"/>
              <a:buChar char="•"/>
              <a:defRPr sz="934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–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»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18946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sv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7" Type="http://schemas.openxmlformats.org/officeDocument/2006/relationships/image" Target="../media/image8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emf"/><Relationship Id="rId5" Type="http://schemas.openxmlformats.org/officeDocument/2006/relationships/image" Target="../media/image6.emf"/><Relationship Id="rId4" Type="http://schemas.openxmlformats.org/officeDocument/2006/relationships/image" Target="../media/image5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09CAA071-A88A-9345-9C5E-670D898931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0037387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400069" imgH="514350" progId="Package">
                  <p:embed/>
                </p:oleObj>
              </mc:Choice>
              <mc:Fallback>
                <p:oleObj name="Packager Shell Object" showAsIcon="1" r:id="rId2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86D2717A-0DF5-7447-97FA-7EE5E471C50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62366214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4" imgW="400069" imgH="514350" progId="Package">
                  <p:embed/>
                </p:oleObj>
              </mc:Choice>
              <mc:Fallback>
                <p:oleObj name="Packager Shell Object" showAsIcon="1" r:id="rId4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3181FD7B-49B9-1912-A3B2-E9AA8D38179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875" r="2361" b="3020"/>
          <a:stretch>
            <a:fillRect/>
          </a:stretch>
        </p:blipFill>
        <p:spPr>
          <a:xfrm>
            <a:off x="685800" y="6511332"/>
            <a:ext cx="35026600" cy="19295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4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88707C2-3318-A9CA-E087-E746027FB9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0162E0-59B8-7B8B-ED02-255376F103A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775" t="14682" r="27841" b="20828"/>
          <a:stretch>
            <a:fillRect/>
          </a:stretch>
        </p:blipFill>
        <p:spPr>
          <a:xfrm>
            <a:off x="14745474" y="13603066"/>
            <a:ext cx="3287448" cy="235093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ECF94C6-D025-4D57-5918-244D62EEB0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498" t="14067" r="27343" b="20754"/>
          <a:stretch>
            <a:fillRect/>
          </a:stretch>
        </p:blipFill>
        <p:spPr>
          <a:xfrm>
            <a:off x="9825131" y="16655403"/>
            <a:ext cx="3337016" cy="237603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4DA5FE9-C991-90E3-A578-5EF68AA0BDA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0995" t="14136" r="27837" b="21373"/>
          <a:stretch>
            <a:fillRect/>
          </a:stretch>
        </p:blipFill>
        <p:spPr>
          <a:xfrm>
            <a:off x="14759031" y="16655403"/>
            <a:ext cx="3273542" cy="2350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DAE4FD2-6A9D-3558-4638-A72B39982F8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0487" t="14680" r="28129" b="21888"/>
          <a:stretch>
            <a:fillRect/>
          </a:stretch>
        </p:blipFill>
        <p:spPr>
          <a:xfrm>
            <a:off x="9825131" y="13603066"/>
            <a:ext cx="3287449" cy="231235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38F2962A-8CAC-9DB5-5D45-8C3CB7B2E682}"/>
              </a:ext>
            </a:extLst>
          </p:cNvPr>
          <p:cNvSpPr txBox="1"/>
          <p:nvPr/>
        </p:nvSpPr>
        <p:spPr>
          <a:xfrm>
            <a:off x="13130410" y="15260205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LINE proportion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20EF691-0520-451A-F903-5367548CB260}"/>
              </a:ext>
            </a:extLst>
          </p:cNvPr>
          <p:cNvSpPr txBox="1"/>
          <p:nvPr/>
        </p:nvSpPr>
        <p:spPr>
          <a:xfrm>
            <a:off x="13130407" y="14800633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DNA proportion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7C09E0E-EF47-6E3A-892A-E64E4A425C42}"/>
              </a:ext>
            </a:extLst>
          </p:cNvPr>
          <p:cNvSpPr txBox="1"/>
          <p:nvPr/>
        </p:nvSpPr>
        <p:spPr>
          <a:xfrm>
            <a:off x="13130407" y="14340936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SINE age x prop.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A4AEFD2-4824-D1C7-3C4A-B3466675B397}"/>
              </a:ext>
            </a:extLst>
          </p:cNvPr>
          <p:cNvSpPr txBox="1"/>
          <p:nvPr/>
        </p:nvSpPr>
        <p:spPr>
          <a:xfrm>
            <a:off x="13130407" y="13880085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LINE age x prop.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F95FB79-103C-3540-9E61-0FC27A4B684C}"/>
              </a:ext>
            </a:extLst>
          </p:cNvPr>
          <p:cNvSpPr txBox="1"/>
          <p:nvPr/>
        </p:nvSpPr>
        <p:spPr>
          <a:xfrm>
            <a:off x="8227894" y="15301456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SINE proportion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5A1008A-FA33-12D7-BB5F-CFD17C19D361}"/>
              </a:ext>
            </a:extLst>
          </p:cNvPr>
          <p:cNvSpPr txBox="1"/>
          <p:nvPr/>
        </p:nvSpPr>
        <p:spPr>
          <a:xfrm>
            <a:off x="8227893" y="15009068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LINE proportion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CDAEA9A-31BA-2C8D-A4B9-7F5882277312}"/>
              </a:ext>
            </a:extLst>
          </p:cNvPr>
          <p:cNvSpPr txBox="1"/>
          <p:nvPr/>
        </p:nvSpPr>
        <p:spPr>
          <a:xfrm>
            <a:off x="8227893" y="14716245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DNA proportion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7B03B01-913C-3F00-D989-07EA93B5FD43}"/>
              </a:ext>
            </a:extLst>
          </p:cNvPr>
          <p:cNvSpPr txBox="1"/>
          <p:nvPr/>
        </p:nvSpPr>
        <p:spPr>
          <a:xfrm>
            <a:off x="8227893" y="14422464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SINE age x prop.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2E4DAD7-D788-D4A5-6E27-46485AB2B237}"/>
              </a:ext>
            </a:extLst>
          </p:cNvPr>
          <p:cNvSpPr txBox="1"/>
          <p:nvPr/>
        </p:nvSpPr>
        <p:spPr>
          <a:xfrm>
            <a:off x="8227893" y="14129777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SINE age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82905EC-2D9D-7F8F-57C6-F1EDF75096C8}"/>
              </a:ext>
            </a:extLst>
          </p:cNvPr>
          <p:cNvSpPr txBox="1"/>
          <p:nvPr/>
        </p:nvSpPr>
        <p:spPr>
          <a:xfrm>
            <a:off x="8227893" y="13838619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LTR age x prop.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CC4F09E-5BA3-25AC-5529-C407EBC34022}"/>
              </a:ext>
            </a:extLst>
          </p:cNvPr>
          <p:cNvSpPr txBox="1"/>
          <p:nvPr/>
        </p:nvSpPr>
        <p:spPr>
          <a:xfrm>
            <a:off x="8228247" y="18003967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Others proportion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4AC2C171-9160-10D0-C551-4D5EE3A99959}"/>
              </a:ext>
            </a:extLst>
          </p:cNvPr>
          <p:cNvSpPr txBox="1"/>
          <p:nvPr/>
        </p:nvSpPr>
        <p:spPr>
          <a:xfrm>
            <a:off x="10070064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BB08683C-70C6-CDE4-627F-C604DCCCB874}"/>
              </a:ext>
            </a:extLst>
          </p:cNvPr>
          <p:cNvSpPr txBox="1"/>
          <p:nvPr/>
        </p:nvSpPr>
        <p:spPr>
          <a:xfrm>
            <a:off x="10747289" y="18990190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-0.5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2927145-C52E-BFB0-875A-DE12A494034F}"/>
              </a:ext>
            </a:extLst>
          </p:cNvPr>
          <p:cNvSpPr txBox="1"/>
          <p:nvPr/>
        </p:nvSpPr>
        <p:spPr>
          <a:xfrm>
            <a:off x="11424511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BBD5E3CA-A985-B775-6815-5B1B09F78A88}"/>
              </a:ext>
            </a:extLst>
          </p:cNvPr>
          <p:cNvSpPr txBox="1"/>
          <p:nvPr/>
        </p:nvSpPr>
        <p:spPr>
          <a:xfrm>
            <a:off x="12096973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0.5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DFB5D36E-7F50-86AA-09A5-72168BC58E99}"/>
              </a:ext>
            </a:extLst>
          </p:cNvPr>
          <p:cNvSpPr txBox="1"/>
          <p:nvPr/>
        </p:nvSpPr>
        <p:spPr>
          <a:xfrm>
            <a:off x="12774197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1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414A936-3BC7-E891-BB92-9B3809FBD6A5}"/>
              </a:ext>
            </a:extLst>
          </p:cNvPr>
          <p:cNvSpPr txBox="1"/>
          <p:nvPr/>
        </p:nvSpPr>
        <p:spPr>
          <a:xfrm>
            <a:off x="15267074" y="18987808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-0.5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AD007E41-FBBB-6AF2-3D90-94BC6CB095EC}"/>
              </a:ext>
            </a:extLst>
          </p:cNvPr>
          <p:cNvSpPr txBox="1"/>
          <p:nvPr/>
        </p:nvSpPr>
        <p:spPr>
          <a:xfrm>
            <a:off x="16157008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50ADB2C9-6A0E-1272-43E0-039337AECB93}"/>
              </a:ext>
            </a:extLst>
          </p:cNvPr>
          <p:cNvSpPr txBox="1"/>
          <p:nvPr/>
        </p:nvSpPr>
        <p:spPr>
          <a:xfrm>
            <a:off x="17051707" y="1899018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0.5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1322B6DF-1319-ADDA-11F3-DAEA71D71A68}"/>
              </a:ext>
            </a:extLst>
          </p:cNvPr>
          <p:cNvSpPr txBox="1"/>
          <p:nvPr/>
        </p:nvSpPr>
        <p:spPr>
          <a:xfrm>
            <a:off x="17190936" y="1591656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AD35FD3-DF13-3E3D-8299-F427A1EEC0A8}"/>
              </a:ext>
            </a:extLst>
          </p:cNvPr>
          <p:cNvSpPr txBox="1"/>
          <p:nvPr/>
        </p:nvSpPr>
        <p:spPr>
          <a:xfrm>
            <a:off x="16590397" y="1591656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1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22826876-914C-FE08-C79A-1C4B6E310AD8}"/>
              </a:ext>
            </a:extLst>
          </p:cNvPr>
          <p:cNvSpPr txBox="1"/>
          <p:nvPr/>
        </p:nvSpPr>
        <p:spPr>
          <a:xfrm>
            <a:off x="15992240" y="1591656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6590ADA-F3E3-1FDF-5C30-063F45F6603E}"/>
              </a:ext>
            </a:extLst>
          </p:cNvPr>
          <p:cNvSpPr txBox="1"/>
          <p:nvPr/>
        </p:nvSpPr>
        <p:spPr>
          <a:xfrm>
            <a:off x="15398846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-1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E81572A7-19DD-9F10-BC73-25554D743B48}"/>
              </a:ext>
            </a:extLst>
          </p:cNvPr>
          <p:cNvSpPr txBox="1"/>
          <p:nvPr/>
        </p:nvSpPr>
        <p:spPr>
          <a:xfrm>
            <a:off x="14795480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-2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496861EB-171D-8BDE-AFA6-C5E914BE7820}"/>
              </a:ext>
            </a:extLst>
          </p:cNvPr>
          <p:cNvSpPr txBox="1"/>
          <p:nvPr/>
        </p:nvSpPr>
        <p:spPr>
          <a:xfrm>
            <a:off x="12547814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2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B978256F-C9DD-7E84-0003-C98F9DCB0A22}"/>
              </a:ext>
            </a:extLst>
          </p:cNvPr>
          <p:cNvSpPr txBox="1"/>
          <p:nvPr/>
        </p:nvSpPr>
        <p:spPr>
          <a:xfrm>
            <a:off x="11896783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1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B3CCA778-9EB9-A279-2261-A83CAE3171E0}"/>
              </a:ext>
            </a:extLst>
          </p:cNvPr>
          <p:cNvSpPr txBox="1"/>
          <p:nvPr/>
        </p:nvSpPr>
        <p:spPr>
          <a:xfrm>
            <a:off x="11248133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D33CC74-3CB2-80C1-E844-F07D6E6983F2}"/>
              </a:ext>
            </a:extLst>
          </p:cNvPr>
          <p:cNvSpPr txBox="1"/>
          <p:nvPr/>
        </p:nvSpPr>
        <p:spPr>
          <a:xfrm>
            <a:off x="10599484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-1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D7FAE01-51BA-2556-A4AB-DD2CA686DCF9}"/>
              </a:ext>
            </a:extLst>
          </p:cNvPr>
          <p:cNvSpPr txBox="1"/>
          <p:nvPr/>
        </p:nvSpPr>
        <p:spPr>
          <a:xfrm>
            <a:off x="9951454" y="15915419"/>
            <a:ext cx="54828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-2</a:t>
            </a:r>
          </a:p>
        </p:txBody>
      </p:sp>
      <p:pic>
        <p:nvPicPr>
          <p:cNvPr id="115" name="Picture 114">
            <a:extLst>
              <a:ext uri="{FF2B5EF4-FFF2-40B4-BE49-F238E27FC236}">
                <a16:creationId xmlns:a16="http://schemas.microsoft.com/office/drawing/2014/main" id="{E42A7D95-1C8A-72B7-48AD-7DA42E005301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3264" t="20922" r="9701" b="66305"/>
          <a:stretch>
            <a:fillRect/>
          </a:stretch>
        </p:blipFill>
        <p:spPr>
          <a:xfrm>
            <a:off x="17842421" y="14579796"/>
            <a:ext cx="2187753" cy="934668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9DECBF54-75AF-45F9-6818-71F5AD7F32AF}"/>
              </a:ext>
            </a:extLst>
          </p:cNvPr>
          <p:cNvSpPr txBox="1"/>
          <p:nvPr/>
        </p:nvSpPr>
        <p:spPr>
          <a:xfrm>
            <a:off x="9969851" y="13266319"/>
            <a:ext cx="1684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All species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6294FF47-F487-D7CD-AE86-7348ADFBE622}"/>
              </a:ext>
            </a:extLst>
          </p:cNvPr>
          <p:cNvSpPr txBox="1"/>
          <p:nvPr/>
        </p:nvSpPr>
        <p:spPr>
          <a:xfrm>
            <a:off x="14875419" y="13266319"/>
            <a:ext cx="1684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Mammalia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8F613C8E-460C-1A05-8FDD-793137665073}"/>
              </a:ext>
            </a:extLst>
          </p:cNvPr>
          <p:cNvSpPr txBox="1"/>
          <p:nvPr/>
        </p:nvSpPr>
        <p:spPr>
          <a:xfrm>
            <a:off x="9972437" y="16341090"/>
            <a:ext cx="1684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Actinopterygii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4D6B7E08-CE46-7330-9139-D35354443ACB}"/>
              </a:ext>
            </a:extLst>
          </p:cNvPr>
          <p:cNvSpPr txBox="1"/>
          <p:nvPr/>
        </p:nvSpPr>
        <p:spPr>
          <a:xfrm>
            <a:off x="14876340" y="16341293"/>
            <a:ext cx="16840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/>
              <a:t>Sauropsida</a:t>
            </a:r>
            <a:endParaRPr lang="en-US" sz="1600" dirty="0"/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E7C1B47B-9EB9-6862-B6DA-6CB03AEF60A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73264" t="42542" r="9701" b="49130"/>
          <a:stretch>
            <a:fillRect/>
          </a:stretch>
        </p:blipFill>
        <p:spPr>
          <a:xfrm>
            <a:off x="18142043" y="16881506"/>
            <a:ext cx="2187753" cy="609407"/>
          </a:xfrm>
          <a:prstGeom prst="rect">
            <a:avLst/>
          </a:prstGeom>
        </p:spPr>
      </p:pic>
      <p:sp>
        <p:nvSpPr>
          <p:cNvPr id="122" name="TextBox 121">
            <a:extLst>
              <a:ext uri="{FF2B5EF4-FFF2-40B4-BE49-F238E27FC236}">
                <a16:creationId xmlns:a16="http://schemas.microsoft.com/office/drawing/2014/main" id="{68D798CF-9992-C537-7041-0E0B0C475E95}"/>
              </a:ext>
            </a:extLst>
          </p:cNvPr>
          <p:cNvSpPr txBox="1"/>
          <p:nvPr/>
        </p:nvSpPr>
        <p:spPr>
          <a:xfrm>
            <a:off x="18182296" y="13916121"/>
            <a:ext cx="16840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Response</a:t>
            </a:r>
          </a:p>
          <a:p>
            <a:r>
              <a:rPr lang="en-US" sz="1800" dirty="0"/>
              <a:t>metric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9B2F303B-6D7F-5B9E-4B7A-A36BF540E4AC}"/>
              </a:ext>
            </a:extLst>
          </p:cNvPr>
          <p:cNvSpPr txBox="1"/>
          <p:nvPr/>
        </p:nvSpPr>
        <p:spPr>
          <a:xfrm>
            <a:off x="18212744" y="16497790"/>
            <a:ext cx="1684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Adequacy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67D90586-2CBF-9726-DB19-39052AB35979}"/>
              </a:ext>
            </a:extLst>
          </p:cNvPr>
          <p:cNvSpPr txBox="1"/>
          <p:nvPr/>
        </p:nvSpPr>
        <p:spPr>
          <a:xfrm>
            <a:off x="10333423" y="19280196"/>
            <a:ext cx="237886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Sign-aligned </a:t>
            </a:r>
            <a:r>
              <a:rPr lang="el-GR" sz="1500" dirty="0"/>
              <a:t>β</a:t>
            </a:r>
            <a:r>
              <a:rPr lang="en-US" sz="1500" dirty="0"/>
              <a:t> </a:t>
            </a:r>
          </a:p>
          <a:p>
            <a:pPr algn="ctr"/>
            <a:r>
              <a:rPr lang="en-US" sz="1500" dirty="0"/>
              <a:t> 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1FBE32D0-E3CF-261C-8EB4-FB9065B70273}"/>
              </a:ext>
            </a:extLst>
          </p:cNvPr>
          <p:cNvSpPr txBox="1"/>
          <p:nvPr/>
        </p:nvSpPr>
        <p:spPr>
          <a:xfrm>
            <a:off x="15246006" y="19280196"/>
            <a:ext cx="237886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dirty="0"/>
              <a:t>Sign-aligned </a:t>
            </a:r>
            <a:r>
              <a:rPr lang="el-GR" sz="1500" dirty="0"/>
              <a:t>β</a:t>
            </a:r>
            <a:r>
              <a:rPr lang="en-US" sz="1500" dirty="0"/>
              <a:t> </a:t>
            </a:r>
          </a:p>
          <a:p>
            <a:pPr algn="ctr"/>
            <a:r>
              <a:rPr lang="en-US" sz="1500" dirty="0"/>
              <a:t>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508C01-A1EB-EF40-5D95-D31A2E6C1253}"/>
              </a:ext>
            </a:extLst>
          </p:cNvPr>
          <p:cNvSpPr txBox="1"/>
          <p:nvPr/>
        </p:nvSpPr>
        <p:spPr>
          <a:xfrm>
            <a:off x="13130407" y="16909659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LTR age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2A1E8E-AB97-6772-56B4-ADA17F0620FE}"/>
              </a:ext>
            </a:extLst>
          </p:cNvPr>
          <p:cNvSpPr txBox="1"/>
          <p:nvPr/>
        </p:nvSpPr>
        <p:spPr>
          <a:xfrm>
            <a:off x="13130400" y="17203350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SINE age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4928CD-06A1-8F7D-A6DA-B87A71D6AE66}"/>
              </a:ext>
            </a:extLst>
          </p:cNvPr>
          <p:cNvSpPr txBox="1"/>
          <p:nvPr/>
        </p:nvSpPr>
        <p:spPr>
          <a:xfrm>
            <a:off x="13130391" y="17495450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Unknown age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4EA363-67A1-881C-8196-E8318DC3ED99}"/>
              </a:ext>
            </a:extLst>
          </p:cNvPr>
          <p:cNvSpPr txBox="1"/>
          <p:nvPr/>
        </p:nvSpPr>
        <p:spPr>
          <a:xfrm>
            <a:off x="13130388" y="17789136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LTR proportion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8F59F4-368F-732E-E11F-DB453E0F54B9}"/>
              </a:ext>
            </a:extLst>
          </p:cNvPr>
          <p:cNvSpPr txBox="1"/>
          <p:nvPr/>
        </p:nvSpPr>
        <p:spPr>
          <a:xfrm>
            <a:off x="13130381" y="18082830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Others proportion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485558-E7B8-7461-F722-2E4799B7D271}"/>
              </a:ext>
            </a:extLst>
          </p:cNvPr>
          <p:cNvSpPr txBox="1"/>
          <p:nvPr/>
        </p:nvSpPr>
        <p:spPr>
          <a:xfrm>
            <a:off x="13130372" y="18373339"/>
            <a:ext cx="168402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300" dirty="0"/>
              <a:t>Unknow proportion</a:t>
            </a:r>
          </a:p>
        </p:txBody>
      </p:sp>
    </p:spTree>
    <p:extLst>
      <p:ext uri="{BB962C8B-B14F-4D97-AF65-F5344CB8AC3E}">
        <p14:creationId xmlns:p14="http://schemas.microsoft.com/office/powerpoint/2010/main" val="1380878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4016</TotalTime>
  <Words>86</Words>
  <Application>Microsoft Office PowerPoint</Application>
  <PresentationFormat>Custom</PresentationFormat>
  <Paragraphs>47</Paragraphs>
  <Slides>2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Calibri</vt:lpstr>
      <vt:lpstr>Arial</vt:lpstr>
      <vt:lpstr>Office Theme</vt:lpstr>
      <vt:lpstr>Packager Shell Object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Tomoni Minamoto</dc:creator>
  <cp:lastModifiedBy>Zhaobo Hu</cp:lastModifiedBy>
  <cp:revision>242</cp:revision>
  <dcterms:created xsi:type="dcterms:W3CDTF">2014-10-11T23:18:25Z</dcterms:created>
  <dcterms:modified xsi:type="dcterms:W3CDTF">2026-05-21T00:40:48Z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38202f9-8d41-4950-b014-f183e397b746_Enabled">
    <vt:lpwstr>true</vt:lpwstr>
  </property>
  <property fmtid="{D5CDD505-2E9C-101B-9397-08002B2CF9AE}" pid="3" name="MSIP_Label_638202f9-8d41-4950-b014-f183e397b746_SetDate">
    <vt:lpwstr>2026-05-17T01:19:50Z</vt:lpwstr>
  </property>
  <property fmtid="{D5CDD505-2E9C-101B-9397-08002B2CF9AE}" pid="4" name="MSIP_Label_638202f9-8d41-4950-b014-f183e397b746_Method">
    <vt:lpwstr>Standard</vt:lpwstr>
  </property>
  <property fmtid="{D5CDD505-2E9C-101B-9397-08002B2CF9AE}" pid="5" name="MSIP_Label_638202f9-8d41-4950-b014-f183e397b746_Name">
    <vt:lpwstr>defa4170-0d19-0005-0004-bc88714345d2</vt:lpwstr>
  </property>
  <property fmtid="{D5CDD505-2E9C-101B-9397-08002B2CF9AE}" pid="6" name="MSIP_Label_638202f9-8d41-4950-b014-f183e397b746_SiteId">
    <vt:lpwstr>13b3b0ce-cd75-49a4-bfea-0a03b01ff1ab</vt:lpwstr>
  </property>
  <property fmtid="{D5CDD505-2E9C-101B-9397-08002B2CF9AE}" pid="7" name="MSIP_Label_638202f9-8d41-4950-b014-f183e397b746_ActionId">
    <vt:lpwstr>7186205e-f81f-4adf-9b57-a268fae9f835</vt:lpwstr>
  </property>
  <property fmtid="{D5CDD505-2E9C-101B-9397-08002B2CF9AE}" pid="8" name="MSIP_Label_638202f9-8d41-4950-b014-f183e397b746_ContentBits">
    <vt:lpwstr>0</vt:lpwstr>
  </property>
  <property fmtid="{D5CDD505-2E9C-101B-9397-08002B2CF9AE}" pid="9" name="MSIP_Label_638202f9-8d41-4950-b014-f183e397b746_Tag">
    <vt:lpwstr>10, 3, 0, 1</vt:lpwstr>
  </property>
</Properties>
</file>