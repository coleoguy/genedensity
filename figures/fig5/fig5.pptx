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528B"/>
    <a:srgbClr val="440154"/>
    <a:srgbClr val="5DC863"/>
    <a:srgbClr val="2C728E"/>
    <a:srgbClr val="21908C"/>
    <a:srgbClr val="27AD81"/>
    <a:srgbClr val="AADC32"/>
    <a:srgbClr val="FDE725"/>
    <a:srgbClr val="472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964" autoAdjust="0"/>
  </p:normalViewPr>
  <p:slideViewPr>
    <p:cSldViewPr snapToGrid="0">
      <p:cViewPr>
        <p:scale>
          <a:sx n="25" d="100"/>
          <a:sy n="25" d="100"/>
        </p:scale>
        <p:origin x="1884" y="-216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45CFCE6A-9451-8C86-7CBB-1843F267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3072C67B-8D2F-3AAE-394F-2C43DD5AB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D581213B-582B-A4B3-0BE5-76B971FD3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349ABE-2577-ABC2-60A2-ED6D28F813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2235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9DCDA273-58A3-0ADF-015A-A5AC387CCD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083" r="2499" b="3275"/>
          <a:stretch>
            <a:fillRect/>
          </a:stretch>
        </p:blipFill>
        <p:spPr>
          <a:xfrm>
            <a:off x="762000" y="6511332"/>
            <a:ext cx="34899600" cy="1924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88707C2-3318-A9CA-E087-E746027FB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A924191E-9E42-0B31-A87F-B0D12F02A9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748" t="14125" r="27867" b="20971"/>
          <a:stretch>
            <a:fillRect/>
          </a:stretch>
        </p:blipFill>
        <p:spPr>
          <a:xfrm>
            <a:off x="14745029" y="16655403"/>
            <a:ext cx="3287543" cy="23660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29BBC-E634-1196-CF3A-F3BB149860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782" t="13666" r="27833" b="21431"/>
          <a:stretch>
            <a:fillRect/>
          </a:stretch>
        </p:blipFill>
        <p:spPr>
          <a:xfrm>
            <a:off x="9842914" y="16640325"/>
            <a:ext cx="3287449" cy="23660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F54D1E6-3673-416F-114C-0B40C0034E8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726" t="14629" r="27888" b="21940"/>
          <a:stretch>
            <a:fillRect/>
          </a:stretch>
        </p:blipFill>
        <p:spPr>
          <a:xfrm>
            <a:off x="9842922" y="13601759"/>
            <a:ext cx="3287449" cy="23123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0162E0-59B8-7B8B-ED02-255376F103A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775" t="14682" r="27841" b="20828"/>
          <a:stretch>
            <a:fillRect/>
          </a:stretch>
        </p:blipFill>
        <p:spPr>
          <a:xfrm>
            <a:off x="14745474" y="13603066"/>
            <a:ext cx="3287448" cy="2350935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8F2962A-8CAC-9DB5-5D45-8C3CB7B2E682}"/>
              </a:ext>
            </a:extLst>
          </p:cNvPr>
          <p:cNvSpPr txBox="1"/>
          <p:nvPr/>
        </p:nvSpPr>
        <p:spPr>
          <a:xfrm>
            <a:off x="13130410" y="1526020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20EF691-0520-451A-F903-5367548CB260}"/>
              </a:ext>
            </a:extLst>
          </p:cNvPr>
          <p:cNvSpPr txBox="1"/>
          <p:nvPr/>
        </p:nvSpPr>
        <p:spPr>
          <a:xfrm>
            <a:off x="13130407" y="14800633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C09E0E-EF47-6E3A-892A-E64E4A425C42}"/>
              </a:ext>
            </a:extLst>
          </p:cNvPr>
          <p:cNvSpPr txBox="1"/>
          <p:nvPr/>
        </p:nvSpPr>
        <p:spPr>
          <a:xfrm>
            <a:off x="13130407" y="1434093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4AEFD2-4824-D1C7-3C4A-B3466675B397}"/>
              </a:ext>
            </a:extLst>
          </p:cNvPr>
          <p:cNvSpPr txBox="1"/>
          <p:nvPr/>
        </p:nvSpPr>
        <p:spPr>
          <a:xfrm>
            <a:off x="13130407" y="1388008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age x prop.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95FB79-103C-3540-9E61-0FC27A4B684C}"/>
              </a:ext>
            </a:extLst>
          </p:cNvPr>
          <p:cNvSpPr txBox="1"/>
          <p:nvPr/>
        </p:nvSpPr>
        <p:spPr>
          <a:xfrm>
            <a:off x="8227894" y="1530145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proportion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5A1008A-FA33-12D7-BB5F-CFD17C19D361}"/>
              </a:ext>
            </a:extLst>
          </p:cNvPr>
          <p:cNvSpPr txBox="1"/>
          <p:nvPr/>
        </p:nvSpPr>
        <p:spPr>
          <a:xfrm>
            <a:off x="8227893" y="15009068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DAEA9A-31BA-2C8D-A4B9-7F5882277312}"/>
              </a:ext>
            </a:extLst>
          </p:cNvPr>
          <p:cNvSpPr txBox="1"/>
          <p:nvPr/>
        </p:nvSpPr>
        <p:spPr>
          <a:xfrm>
            <a:off x="8227893" y="1471624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B03B01-913C-3F00-D989-07EA93B5FD43}"/>
              </a:ext>
            </a:extLst>
          </p:cNvPr>
          <p:cNvSpPr txBox="1"/>
          <p:nvPr/>
        </p:nvSpPr>
        <p:spPr>
          <a:xfrm>
            <a:off x="8227893" y="14422464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E4DAD7-D788-D4A5-6E27-46485AB2B237}"/>
              </a:ext>
            </a:extLst>
          </p:cNvPr>
          <p:cNvSpPr txBox="1"/>
          <p:nvPr/>
        </p:nvSpPr>
        <p:spPr>
          <a:xfrm>
            <a:off x="8227893" y="14129777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2905EC-2D9D-7F8F-57C6-F1EDF75096C8}"/>
              </a:ext>
            </a:extLst>
          </p:cNvPr>
          <p:cNvSpPr txBox="1"/>
          <p:nvPr/>
        </p:nvSpPr>
        <p:spPr>
          <a:xfrm>
            <a:off x="8227893" y="1383861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age x prop.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CC4F09E-5BA3-25AC-5529-C407EBC34022}"/>
              </a:ext>
            </a:extLst>
          </p:cNvPr>
          <p:cNvSpPr txBox="1"/>
          <p:nvPr/>
        </p:nvSpPr>
        <p:spPr>
          <a:xfrm>
            <a:off x="8228247" y="18003967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Others proportion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C2C171-9160-10D0-C551-4D5EE3A99959}"/>
              </a:ext>
            </a:extLst>
          </p:cNvPr>
          <p:cNvSpPr txBox="1"/>
          <p:nvPr/>
        </p:nvSpPr>
        <p:spPr>
          <a:xfrm>
            <a:off x="10070064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08683C-70C6-CDE4-627F-C604DCCCB874}"/>
              </a:ext>
            </a:extLst>
          </p:cNvPr>
          <p:cNvSpPr txBox="1"/>
          <p:nvPr/>
        </p:nvSpPr>
        <p:spPr>
          <a:xfrm>
            <a:off x="10747289" y="18990190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2927145-C52E-BFB0-875A-DE12A494034F}"/>
              </a:ext>
            </a:extLst>
          </p:cNvPr>
          <p:cNvSpPr txBox="1"/>
          <p:nvPr/>
        </p:nvSpPr>
        <p:spPr>
          <a:xfrm>
            <a:off x="11424511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BD5E3CA-A985-B775-6815-5B1B09F78A88}"/>
              </a:ext>
            </a:extLst>
          </p:cNvPr>
          <p:cNvSpPr txBox="1"/>
          <p:nvPr/>
        </p:nvSpPr>
        <p:spPr>
          <a:xfrm>
            <a:off x="12096973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B5D36E-7F50-86AA-09A5-72168BC58E99}"/>
              </a:ext>
            </a:extLst>
          </p:cNvPr>
          <p:cNvSpPr txBox="1"/>
          <p:nvPr/>
        </p:nvSpPr>
        <p:spPr>
          <a:xfrm>
            <a:off x="1277419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414A936-3BC7-E891-BB92-9B3809FBD6A5}"/>
              </a:ext>
            </a:extLst>
          </p:cNvPr>
          <p:cNvSpPr txBox="1"/>
          <p:nvPr/>
        </p:nvSpPr>
        <p:spPr>
          <a:xfrm>
            <a:off x="15267074" y="18987808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D007E41-FBBB-6AF2-3D90-94BC6CB095EC}"/>
              </a:ext>
            </a:extLst>
          </p:cNvPr>
          <p:cNvSpPr txBox="1"/>
          <p:nvPr/>
        </p:nvSpPr>
        <p:spPr>
          <a:xfrm>
            <a:off x="16157008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0ADB2C9-6A0E-1272-43E0-039337AECB93}"/>
              </a:ext>
            </a:extLst>
          </p:cNvPr>
          <p:cNvSpPr txBox="1"/>
          <p:nvPr/>
        </p:nvSpPr>
        <p:spPr>
          <a:xfrm>
            <a:off x="1705170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322B6DF-1319-ADDA-11F3-DAEA71D71A68}"/>
              </a:ext>
            </a:extLst>
          </p:cNvPr>
          <p:cNvSpPr txBox="1"/>
          <p:nvPr/>
        </p:nvSpPr>
        <p:spPr>
          <a:xfrm>
            <a:off x="17190936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AD35FD3-DF13-3E3D-8299-F427A1EEC0A8}"/>
              </a:ext>
            </a:extLst>
          </p:cNvPr>
          <p:cNvSpPr txBox="1"/>
          <p:nvPr/>
        </p:nvSpPr>
        <p:spPr>
          <a:xfrm>
            <a:off x="16590397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2826876-914C-FE08-C79A-1C4B6E310AD8}"/>
              </a:ext>
            </a:extLst>
          </p:cNvPr>
          <p:cNvSpPr txBox="1"/>
          <p:nvPr/>
        </p:nvSpPr>
        <p:spPr>
          <a:xfrm>
            <a:off x="15992240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6590ADA-F3E3-1FDF-5C30-063F45F6603E}"/>
              </a:ext>
            </a:extLst>
          </p:cNvPr>
          <p:cNvSpPr txBox="1"/>
          <p:nvPr/>
        </p:nvSpPr>
        <p:spPr>
          <a:xfrm>
            <a:off x="15398846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81572A7-19DD-9F10-BC73-25554D743B48}"/>
              </a:ext>
            </a:extLst>
          </p:cNvPr>
          <p:cNvSpPr txBox="1"/>
          <p:nvPr/>
        </p:nvSpPr>
        <p:spPr>
          <a:xfrm>
            <a:off x="14795480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96861EB-171D-8BDE-AFA6-C5E914BE7820}"/>
              </a:ext>
            </a:extLst>
          </p:cNvPr>
          <p:cNvSpPr txBox="1"/>
          <p:nvPr/>
        </p:nvSpPr>
        <p:spPr>
          <a:xfrm>
            <a:off x="1254781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978256F-C9DD-7E84-0003-C98F9DCB0A22}"/>
              </a:ext>
            </a:extLst>
          </p:cNvPr>
          <p:cNvSpPr txBox="1"/>
          <p:nvPr/>
        </p:nvSpPr>
        <p:spPr>
          <a:xfrm>
            <a:off x="1189678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3CCA778-9EB9-A279-2261-A83CAE3171E0}"/>
              </a:ext>
            </a:extLst>
          </p:cNvPr>
          <p:cNvSpPr txBox="1"/>
          <p:nvPr/>
        </p:nvSpPr>
        <p:spPr>
          <a:xfrm>
            <a:off x="1124813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D33CC74-3CB2-80C1-E844-F07D6E6983F2}"/>
              </a:ext>
            </a:extLst>
          </p:cNvPr>
          <p:cNvSpPr txBox="1"/>
          <p:nvPr/>
        </p:nvSpPr>
        <p:spPr>
          <a:xfrm>
            <a:off x="1059948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D7FAE01-51BA-2556-A4AB-DD2CA686DCF9}"/>
              </a:ext>
            </a:extLst>
          </p:cNvPr>
          <p:cNvSpPr txBox="1"/>
          <p:nvPr/>
        </p:nvSpPr>
        <p:spPr>
          <a:xfrm>
            <a:off x="995145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E42A7D95-1C8A-72B7-48AD-7DA42E0053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264" t="20922" r="9701" b="66305"/>
          <a:stretch>
            <a:fillRect/>
          </a:stretch>
        </p:blipFill>
        <p:spPr>
          <a:xfrm>
            <a:off x="17842421" y="14579796"/>
            <a:ext cx="2187753" cy="93466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9DECBF54-75AF-45F9-6818-71F5AD7F32AF}"/>
              </a:ext>
            </a:extLst>
          </p:cNvPr>
          <p:cNvSpPr txBox="1"/>
          <p:nvPr/>
        </p:nvSpPr>
        <p:spPr>
          <a:xfrm>
            <a:off x="9969851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All species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294FF47-F487-D7CD-AE86-7348ADFBE622}"/>
              </a:ext>
            </a:extLst>
          </p:cNvPr>
          <p:cNvSpPr txBox="1"/>
          <p:nvPr/>
        </p:nvSpPr>
        <p:spPr>
          <a:xfrm>
            <a:off x="14875419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Mammalia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F613C8E-460C-1A05-8FDD-793137665073}"/>
              </a:ext>
            </a:extLst>
          </p:cNvPr>
          <p:cNvSpPr txBox="1"/>
          <p:nvPr/>
        </p:nvSpPr>
        <p:spPr>
          <a:xfrm>
            <a:off x="9972437" y="16341090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Actinopterygii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D6B7E08-CE46-7330-9139-D35354443ACB}"/>
              </a:ext>
            </a:extLst>
          </p:cNvPr>
          <p:cNvSpPr txBox="1"/>
          <p:nvPr/>
        </p:nvSpPr>
        <p:spPr>
          <a:xfrm>
            <a:off x="14876340" y="16341293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Sauropsida</a:t>
            </a:r>
            <a:endParaRPr lang="en-US" sz="16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E7C1B47B-9EB9-6862-B6DA-6CB03AEF60A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264" t="42542" r="9701" b="49130"/>
          <a:stretch>
            <a:fillRect/>
          </a:stretch>
        </p:blipFill>
        <p:spPr>
          <a:xfrm>
            <a:off x="18142043" y="16881506"/>
            <a:ext cx="2187753" cy="609407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68D798CF-9992-C537-7041-0E0B0C475E95}"/>
              </a:ext>
            </a:extLst>
          </p:cNvPr>
          <p:cNvSpPr txBox="1"/>
          <p:nvPr/>
        </p:nvSpPr>
        <p:spPr>
          <a:xfrm>
            <a:off x="18182296" y="13916121"/>
            <a:ext cx="1684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Response</a:t>
            </a:r>
          </a:p>
          <a:p>
            <a:r>
              <a:rPr lang="en-US" sz="1800" dirty="0"/>
              <a:t>metric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B2F303B-6D7F-5B9E-4B7A-A36BF540E4AC}"/>
              </a:ext>
            </a:extLst>
          </p:cNvPr>
          <p:cNvSpPr txBox="1"/>
          <p:nvPr/>
        </p:nvSpPr>
        <p:spPr>
          <a:xfrm>
            <a:off x="18212744" y="16497790"/>
            <a:ext cx="1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Adequacy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7D90586-2CBF-9726-DB19-39052AB35979}"/>
              </a:ext>
            </a:extLst>
          </p:cNvPr>
          <p:cNvSpPr txBox="1"/>
          <p:nvPr/>
        </p:nvSpPr>
        <p:spPr>
          <a:xfrm>
            <a:off x="10333423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FBE32D0-E3CF-261C-8EB4-FB9065B70273}"/>
              </a:ext>
            </a:extLst>
          </p:cNvPr>
          <p:cNvSpPr txBox="1"/>
          <p:nvPr/>
        </p:nvSpPr>
        <p:spPr>
          <a:xfrm>
            <a:off x="15246006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08C01-A1EB-EF40-5D95-D31A2E6C1253}"/>
              </a:ext>
            </a:extLst>
          </p:cNvPr>
          <p:cNvSpPr txBox="1"/>
          <p:nvPr/>
        </p:nvSpPr>
        <p:spPr>
          <a:xfrm>
            <a:off x="13130407" y="1690965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2A1E8E-AB97-6772-56B4-ADA17F0620FE}"/>
              </a:ext>
            </a:extLst>
          </p:cNvPr>
          <p:cNvSpPr txBox="1"/>
          <p:nvPr/>
        </p:nvSpPr>
        <p:spPr>
          <a:xfrm>
            <a:off x="13130400" y="1720335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4928CD-06A1-8F7D-A6DA-B87A71D6AE66}"/>
              </a:ext>
            </a:extLst>
          </p:cNvPr>
          <p:cNvSpPr txBox="1"/>
          <p:nvPr/>
        </p:nvSpPr>
        <p:spPr>
          <a:xfrm>
            <a:off x="13130391" y="1749545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Unknown 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4EA363-67A1-881C-8196-E8318DC3ED99}"/>
              </a:ext>
            </a:extLst>
          </p:cNvPr>
          <p:cNvSpPr txBox="1"/>
          <p:nvPr/>
        </p:nvSpPr>
        <p:spPr>
          <a:xfrm>
            <a:off x="13130388" y="1778913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proportion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8F59F4-368F-732E-E11F-DB453E0F54B9}"/>
              </a:ext>
            </a:extLst>
          </p:cNvPr>
          <p:cNvSpPr txBox="1"/>
          <p:nvPr/>
        </p:nvSpPr>
        <p:spPr>
          <a:xfrm>
            <a:off x="13130381" y="1808283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Others proportion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485558-E7B8-7461-F722-2E4799B7D271}"/>
              </a:ext>
            </a:extLst>
          </p:cNvPr>
          <p:cNvSpPr txBox="1"/>
          <p:nvPr/>
        </p:nvSpPr>
        <p:spPr>
          <a:xfrm>
            <a:off x="13130372" y="1837333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Unknow proportion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F2174C-B935-8CA4-17F6-8C47D7C6C32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0748" t="14612" r="27868" b="20898"/>
          <a:stretch>
            <a:fillRect/>
          </a:stretch>
        </p:blipFill>
        <p:spPr>
          <a:xfrm>
            <a:off x="14745124" y="13601759"/>
            <a:ext cx="3287449" cy="235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87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4020</TotalTime>
  <Words>86</Words>
  <Application>Microsoft Office PowerPoint</Application>
  <PresentationFormat>Custom</PresentationFormat>
  <Paragraphs>47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245</cp:revision>
  <dcterms:created xsi:type="dcterms:W3CDTF">2014-10-11T23:18:25Z</dcterms:created>
  <dcterms:modified xsi:type="dcterms:W3CDTF">2026-05-24T15:22:58Z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