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B528B"/>
    <a:srgbClr val="440154"/>
    <a:srgbClr val="5DC863"/>
    <a:srgbClr val="2C728E"/>
    <a:srgbClr val="21908C"/>
    <a:srgbClr val="27AD81"/>
    <a:srgbClr val="AADC32"/>
    <a:srgbClr val="FDE725"/>
    <a:srgbClr val="472D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964" autoAdjust="0"/>
  </p:normalViewPr>
  <p:slideViewPr>
    <p:cSldViewPr snapToGrid="0">
      <p:cViewPr>
        <p:scale>
          <a:sx n="50" d="100"/>
          <a:sy n="50" d="100"/>
        </p:scale>
        <p:origin x="-972" y="-2778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DC882CE-3C19-37E5-05AE-3EF5372CE0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8572"/>
          <a:stretch>
            <a:fillRect/>
          </a:stretch>
        </p:blipFill>
        <p:spPr>
          <a:xfrm>
            <a:off x="0" y="7244162"/>
            <a:ext cx="33440914" cy="1843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21E2108-F9AF-23EA-73C2-763D918583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2" t="14110" r="16310" b="24801"/>
          <a:stretch>
            <a:fillRect/>
          </a:stretch>
        </p:blipFill>
        <p:spPr>
          <a:xfrm>
            <a:off x="13230792" y="15289530"/>
            <a:ext cx="8371907" cy="222694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FDF14D7-01A8-8416-FD6D-33FEBC4DC7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372" t="14109" r="16310" b="24802"/>
          <a:stretch>
            <a:fillRect/>
          </a:stretch>
        </p:blipFill>
        <p:spPr>
          <a:xfrm>
            <a:off x="13230792" y="17821465"/>
            <a:ext cx="8371908" cy="222694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ED9B0DD-13C3-AFED-E019-E6D3E3778B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372" t="14109" r="16310" b="15291"/>
          <a:stretch>
            <a:fillRect/>
          </a:stretch>
        </p:blipFill>
        <p:spPr>
          <a:xfrm>
            <a:off x="13230792" y="20353400"/>
            <a:ext cx="8371908" cy="257365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7C7C369-796E-17DF-99D1-071268B779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355" t="21359" r="3416" b="61998"/>
          <a:stretch>
            <a:fillRect/>
          </a:stretch>
        </p:blipFill>
        <p:spPr>
          <a:xfrm>
            <a:off x="22005097" y="15553800"/>
            <a:ext cx="2882502" cy="1558564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C43CB46D-0F8E-1305-07FB-5329AD93B1E4}"/>
              </a:ext>
            </a:extLst>
          </p:cNvPr>
          <p:cNvGrpSpPr/>
          <p:nvPr/>
        </p:nvGrpSpPr>
        <p:grpSpPr>
          <a:xfrm>
            <a:off x="22131111" y="17380519"/>
            <a:ext cx="3830535" cy="5335781"/>
            <a:chOff x="22145625" y="17263687"/>
            <a:chExt cx="3830535" cy="533578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71B69F1-43CD-EFC3-1375-3EB90CB7B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6803" t="70725" r="1325" b="27543"/>
            <a:stretch>
              <a:fillRect/>
            </a:stretch>
          </p:blipFill>
          <p:spPr>
            <a:xfrm rot="16200000">
              <a:off x="20511085" y="19669265"/>
              <a:ext cx="4848226" cy="520165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0D18CFD-9947-9560-77BC-1F76366BE29E}"/>
                </a:ext>
              </a:extLst>
            </p:cNvPr>
            <p:cNvSpPr txBox="1"/>
            <p:nvPr/>
          </p:nvSpPr>
          <p:spPr>
            <a:xfrm rot="16200000">
              <a:off x="19936762" y="19744488"/>
              <a:ext cx="481783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Weight of explanatory model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8CDB4AE-2D45-AD81-0CF3-5E7F2B09ED4C}"/>
                </a:ext>
              </a:extLst>
            </p:cNvPr>
            <p:cNvSpPr txBox="1"/>
            <p:nvPr/>
          </p:nvSpPr>
          <p:spPr>
            <a:xfrm>
              <a:off x="23417771" y="22076248"/>
              <a:ext cx="25583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0.5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055CF02-0767-7164-B828-672256B7AB3F}"/>
                </a:ext>
              </a:extLst>
            </p:cNvPr>
            <p:cNvSpPr txBox="1"/>
            <p:nvPr/>
          </p:nvSpPr>
          <p:spPr>
            <a:xfrm>
              <a:off x="23417771" y="17263687"/>
              <a:ext cx="25583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E585F09-E9B6-685D-C6AF-4548A599AC14}"/>
                </a:ext>
              </a:extLst>
            </p:cNvPr>
            <p:cNvSpPr txBox="1"/>
            <p:nvPr/>
          </p:nvSpPr>
          <p:spPr>
            <a:xfrm>
              <a:off x="23417771" y="19666558"/>
              <a:ext cx="25583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0.75</a:t>
              </a:r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925DE2B-3912-76F3-4A37-3D8C79509457}"/>
                </a:ext>
              </a:extLst>
            </p:cNvPr>
            <p:cNvCxnSpPr>
              <a:cxnSpLocks/>
            </p:cNvCxnSpPr>
            <p:nvPr/>
          </p:nvCxnSpPr>
          <p:spPr>
            <a:xfrm>
              <a:off x="23307993" y="17503500"/>
              <a:ext cx="0" cy="484636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9CD5C8E-6819-D2FD-9545-20E3CAA52F7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324665" y="22331623"/>
              <a:ext cx="121683" cy="147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8E73957-CDD6-8595-AF56-C2F372B4B5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324665" y="17521595"/>
              <a:ext cx="10144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7658163-9C6C-CA9A-D04F-EECF626E10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324663" y="19926681"/>
              <a:ext cx="10144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DF3C7C23-0E6A-1BF3-9FBD-284C919E247D}"/>
              </a:ext>
            </a:extLst>
          </p:cNvPr>
          <p:cNvSpPr txBox="1"/>
          <p:nvPr/>
        </p:nvSpPr>
        <p:spPr>
          <a:xfrm>
            <a:off x="10624653" y="16139598"/>
            <a:ext cx="1998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l-GR" sz="2400" dirty="0"/>
              <a:t>β</a:t>
            </a:r>
            <a:r>
              <a:rPr lang="en-US" sz="2400" dirty="0"/>
              <a:t> for R</a:t>
            </a:r>
            <a:r>
              <a:rPr lang="en-US" sz="2400" baseline="30000" dirty="0"/>
              <a:t>2</a:t>
            </a:r>
            <a:endParaRPr lang="en-US" sz="24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DA2782-FAD7-9AFC-3FC7-008C8A43F4D8}"/>
              </a:ext>
            </a:extLst>
          </p:cNvPr>
          <p:cNvSpPr txBox="1"/>
          <p:nvPr/>
        </p:nvSpPr>
        <p:spPr>
          <a:xfrm>
            <a:off x="10624653" y="18799070"/>
            <a:ext cx="1998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l-GR" sz="2400" dirty="0"/>
              <a:t>β</a:t>
            </a:r>
            <a:r>
              <a:rPr lang="en-US" sz="2400" dirty="0"/>
              <a:t> for –(Gini)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79E864C-80CD-1A5C-B394-9095DC307C63}"/>
              </a:ext>
            </a:extLst>
          </p:cNvPr>
          <p:cNvSpPr txBox="1"/>
          <p:nvPr/>
        </p:nvSpPr>
        <p:spPr>
          <a:xfrm>
            <a:off x="10624653" y="21293206"/>
            <a:ext cx="1998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l-GR" sz="2400" dirty="0"/>
              <a:t>β</a:t>
            </a:r>
            <a:r>
              <a:rPr lang="en-US" sz="2400" dirty="0"/>
              <a:t> for –(CV)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6FD011E-6546-45B3-7429-DDF6526884F9}"/>
              </a:ext>
            </a:extLst>
          </p:cNvPr>
          <p:cNvSpPr txBox="1"/>
          <p:nvPr/>
        </p:nvSpPr>
        <p:spPr>
          <a:xfrm>
            <a:off x="12369735" y="15223005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1.0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597800-069A-45D0-E4C3-DE02AA45F396}"/>
              </a:ext>
            </a:extLst>
          </p:cNvPr>
          <p:cNvSpPr txBox="1"/>
          <p:nvPr/>
        </p:nvSpPr>
        <p:spPr>
          <a:xfrm>
            <a:off x="12369735" y="15704018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910ACF-0103-E550-1F30-10D8D876E5A5}"/>
              </a:ext>
            </a:extLst>
          </p:cNvPr>
          <p:cNvSpPr txBox="1"/>
          <p:nvPr/>
        </p:nvSpPr>
        <p:spPr>
          <a:xfrm>
            <a:off x="12369735" y="16184150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94FEE6-FA2C-AB7C-2DA4-8E4757EEA227}"/>
              </a:ext>
            </a:extLst>
          </p:cNvPr>
          <p:cNvSpPr txBox="1"/>
          <p:nvPr/>
        </p:nvSpPr>
        <p:spPr>
          <a:xfrm>
            <a:off x="12369736" y="16666813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ED0ED5-D192-9011-BD12-923DD8978146}"/>
              </a:ext>
            </a:extLst>
          </p:cNvPr>
          <p:cNvSpPr txBox="1"/>
          <p:nvPr/>
        </p:nvSpPr>
        <p:spPr>
          <a:xfrm>
            <a:off x="12369735" y="17146160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-1.0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FB3F52B-635E-4EEE-B0E3-3E38ECCFB8AD}"/>
              </a:ext>
            </a:extLst>
          </p:cNvPr>
          <p:cNvSpPr txBox="1"/>
          <p:nvPr/>
        </p:nvSpPr>
        <p:spPr>
          <a:xfrm>
            <a:off x="12369737" y="17937075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424CB2-CAA9-2EA9-467B-95F5CE9DDB48}"/>
              </a:ext>
            </a:extLst>
          </p:cNvPr>
          <p:cNvSpPr txBox="1"/>
          <p:nvPr/>
        </p:nvSpPr>
        <p:spPr>
          <a:xfrm>
            <a:off x="12369736" y="18394274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A229F9A-8079-59C8-B453-86BB4DC89A0E}"/>
              </a:ext>
            </a:extLst>
          </p:cNvPr>
          <p:cNvSpPr txBox="1"/>
          <p:nvPr/>
        </p:nvSpPr>
        <p:spPr>
          <a:xfrm>
            <a:off x="12369735" y="18846484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0A32C92-47E5-C759-5A1D-4BA57A407AD9}"/>
              </a:ext>
            </a:extLst>
          </p:cNvPr>
          <p:cNvSpPr txBox="1"/>
          <p:nvPr/>
        </p:nvSpPr>
        <p:spPr>
          <a:xfrm>
            <a:off x="12369731" y="19305183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07768D0-A0C9-09DA-116E-88C301827119}"/>
              </a:ext>
            </a:extLst>
          </p:cNvPr>
          <p:cNvSpPr txBox="1"/>
          <p:nvPr/>
        </p:nvSpPr>
        <p:spPr>
          <a:xfrm>
            <a:off x="12369735" y="19758921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D0958A-8D6B-FD90-D559-E3BEBF1BE574}"/>
              </a:ext>
            </a:extLst>
          </p:cNvPr>
          <p:cNvSpPr txBox="1"/>
          <p:nvPr/>
        </p:nvSpPr>
        <p:spPr>
          <a:xfrm>
            <a:off x="12369731" y="20415726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1.5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4CC8AC-EF0F-6370-3217-6AAC50EF9316}"/>
              </a:ext>
            </a:extLst>
          </p:cNvPr>
          <p:cNvSpPr txBox="1"/>
          <p:nvPr/>
        </p:nvSpPr>
        <p:spPr>
          <a:xfrm>
            <a:off x="12370299" y="20878204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1.0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8E5704-BBD8-887B-D43A-830BBE116271}"/>
              </a:ext>
            </a:extLst>
          </p:cNvPr>
          <p:cNvSpPr txBox="1"/>
          <p:nvPr/>
        </p:nvSpPr>
        <p:spPr>
          <a:xfrm>
            <a:off x="12369731" y="21341603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0.5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4DFBF2-51AA-63C7-8319-27EC152B7D05}"/>
              </a:ext>
            </a:extLst>
          </p:cNvPr>
          <p:cNvSpPr txBox="1"/>
          <p:nvPr/>
        </p:nvSpPr>
        <p:spPr>
          <a:xfrm>
            <a:off x="12369731" y="21799319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EE774FA-7633-1EED-0F35-A1381F4A3F96}"/>
              </a:ext>
            </a:extLst>
          </p:cNvPr>
          <p:cNvSpPr txBox="1"/>
          <p:nvPr/>
        </p:nvSpPr>
        <p:spPr>
          <a:xfrm>
            <a:off x="12369733" y="22262980"/>
            <a:ext cx="861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-0.5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3939</TotalTime>
  <Words>40</Words>
  <Application>Microsoft Office PowerPoint</Application>
  <PresentationFormat>Custom</PresentationFormat>
  <Paragraphs>23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Calibri</vt:lpstr>
      <vt:lpstr>Arial</vt:lpstr>
      <vt:lpstr>Office Theme</vt:lpstr>
      <vt:lpstr>Packager Shell Object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209</cp:revision>
  <dcterms:created xsi:type="dcterms:W3CDTF">2014-10-11T23:18:25Z</dcterms:created>
  <dcterms:modified xsi:type="dcterms:W3CDTF">2026-05-18T19:32:00Z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