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36576000" cy="32918400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369">
          <p15:clr>
            <a:srgbClr val="A4A3A4"/>
          </p15:clr>
        </p15:guide>
        <p15:guide id="2" pos="1152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0" roundtripDataSignature="AMtx7mhiytGPk8UOxiAGs9KaAxakDbg4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3B528B"/>
    <a:srgbClr val="440154"/>
    <a:srgbClr val="5DC863"/>
    <a:srgbClr val="2C728E"/>
    <a:srgbClr val="21908C"/>
    <a:srgbClr val="27AD81"/>
    <a:srgbClr val="AADC32"/>
    <a:srgbClr val="FDE725"/>
    <a:srgbClr val="472D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44" autoAdjust="0"/>
    <p:restoredTop sz="94964" autoAdjust="0"/>
  </p:normalViewPr>
  <p:slideViewPr>
    <p:cSldViewPr snapToGrid="0">
      <p:cViewPr>
        <p:scale>
          <a:sx n="33" d="100"/>
          <a:sy n="33" d="100"/>
        </p:scale>
        <p:origin x="1044" y="-1020"/>
      </p:cViewPr>
      <p:guideLst>
        <p:guide orient="horz" pos="10369"/>
        <p:guide pos="11521"/>
      </p:guideLst>
    </p:cSldViewPr>
  </p:slideViewPr>
  <p:notesTextViewPr>
    <p:cViewPr>
      <p:scale>
        <a:sx n="400" d="100"/>
        <a:sy n="4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0" Type="http://customschemas.google.com/relationships/presentationmetadata" Target="metadata"/><Relationship Id="rId4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568450" y="696913"/>
            <a:ext cx="38735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>
            <a:lvl1pPr marL="457200" marR="0" lvl="0" indent="-228600" algn="l" rtl="0">
              <a:spcBef>
                <a:spcPts val="1402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1402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1402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402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402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45CFCE6A-9451-8C86-7CBB-1843F267B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>
            <a:extLst>
              <a:ext uri="{FF2B5EF4-FFF2-40B4-BE49-F238E27FC236}">
                <a16:creationId xmlns:a16="http://schemas.microsoft.com/office/drawing/2014/main" id="{3072C67B-8D2F-3AAE-394F-2C43DD5AB6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568450" y="696913"/>
            <a:ext cx="38735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6" name="Google Shape;86;p1:notes">
            <a:extLst>
              <a:ext uri="{FF2B5EF4-FFF2-40B4-BE49-F238E27FC236}">
                <a16:creationId xmlns:a16="http://schemas.microsoft.com/office/drawing/2014/main" id="{D581213B-582B-A4B3-0BE5-76B971FD3D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" name="Google Shape;87;p1:notes">
            <a:extLst>
              <a:ext uri="{FF2B5EF4-FFF2-40B4-BE49-F238E27FC236}">
                <a16:creationId xmlns:a16="http://schemas.microsoft.com/office/drawing/2014/main" id="{D9349ABE-2577-ABC2-60A2-ED6D28F8134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22357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1829042" y="1318072"/>
            <a:ext cx="32917916" cy="548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1829042" y="7680526"/>
            <a:ext cx="32917916" cy="21724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2889253" y="21153122"/>
            <a:ext cx="31089600" cy="6537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5545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2889253" y="13952226"/>
            <a:ext cx="31089600" cy="7200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b" anchorCtr="0">
            <a:noAutofit/>
          </a:bodyPr>
          <a:lstStyle>
            <a:lvl1pPr marL="457200" lvl="0" indent="-228600" algn="l">
              <a:spcBef>
                <a:spcPts val="1544"/>
              </a:spcBef>
              <a:spcAft>
                <a:spcPts val="0"/>
              </a:spcAft>
              <a:buClr>
                <a:srgbClr val="888888"/>
              </a:buClr>
              <a:buSzPts val="7722"/>
              <a:buNone/>
              <a:defRPr sz="7722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1382"/>
              </a:spcBef>
              <a:spcAft>
                <a:spcPts val="0"/>
              </a:spcAft>
              <a:buClr>
                <a:srgbClr val="888888"/>
              </a:buClr>
              <a:buSzPts val="6909"/>
              <a:buNone/>
              <a:defRPr sz="6908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240"/>
              </a:spcBef>
              <a:spcAft>
                <a:spcPts val="0"/>
              </a:spcAft>
              <a:buClr>
                <a:srgbClr val="888888"/>
              </a:buClr>
              <a:buSzPts val="6198"/>
              <a:buNone/>
              <a:defRPr sz="6198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97"/>
              </a:spcBef>
              <a:spcAft>
                <a:spcPts val="0"/>
              </a:spcAft>
              <a:buClr>
                <a:srgbClr val="888888"/>
              </a:buClr>
              <a:buSzPts val="5486"/>
              <a:buNone/>
              <a:defRPr sz="5486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97"/>
              </a:spcBef>
              <a:spcAft>
                <a:spcPts val="0"/>
              </a:spcAft>
              <a:buClr>
                <a:srgbClr val="888888"/>
              </a:buClr>
              <a:buSzPts val="5486"/>
              <a:buNone/>
              <a:defRPr sz="5486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97"/>
              </a:spcBef>
              <a:spcAft>
                <a:spcPts val="0"/>
              </a:spcAft>
              <a:buClr>
                <a:srgbClr val="888888"/>
              </a:buClr>
              <a:buSzPts val="5486"/>
              <a:buNone/>
              <a:defRPr sz="5486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97"/>
              </a:spcBef>
              <a:spcAft>
                <a:spcPts val="0"/>
              </a:spcAft>
              <a:buClr>
                <a:srgbClr val="888888"/>
              </a:buClr>
              <a:buSzPts val="5486"/>
              <a:buNone/>
              <a:defRPr sz="5486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97"/>
              </a:spcBef>
              <a:spcAft>
                <a:spcPts val="0"/>
              </a:spcAft>
              <a:buClr>
                <a:srgbClr val="888888"/>
              </a:buClr>
              <a:buSzPts val="5486"/>
              <a:buNone/>
              <a:defRPr sz="5486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97"/>
              </a:spcBef>
              <a:spcAft>
                <a:spcPts val="0"/>
              </a:spcAft>
              <a:buClr>
                <a:srgbClr val="888888"/>
              </a:buClr>
              <a:buSzPts val="5486"/>
              <a:buNone/>
              <a:defRPr sz="5486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1829042" y="1318072"/>
            <a:ext cx="32917916" cy="548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1828802" y="7680966"/>
            <a:ext cx="16154400" cy="2172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918908" algn="l">
              <a:spcBef>
                <a:spcPts val="2174"/>
              </a:spcBef>
              <a:spcAft>
                <a:spcPts val="0"/>
              </a:spcAft>
              <a:buClr>
                <a:schemeClr val="dk1"/>
              </a:buClr>
              <a:buSzPts val="10871"/>
              <a:buChar char="•"/>
              <a:defRPr sz="10871"/>
            </a:lvl1pPr>
            <a:lvl2pPr marL="914400" lvl="1" indent="-822134" algn="l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Char char="–"/>
              <a:defRPr sz="9347"/>
            </a:lvl2pPr>
            <a:lvl3pPr marL="1371600" lvl="2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•"/>
              <a:defRPr sz="7722"/>
            </a:lvl3pPr>
            <a:lvl4pPr marL="1828800" lvl="3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–"/>
              <a:defRPr sz="6908"/>
            </a:lvl4pPr>
            <a:lvl5pPr marL="2286000" lvl="4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»"/>
              <a:defRPr sz="6908"/>
            </a:lvl5pPr>
            <a:lvl6pPr marL="2743200" lvl="5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6pPr>
            <a:lvl7pPr marL="3200400" lvl="6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7pPr>
            <a:lvl8pPr marL="3657600" lvl="7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8pPr>
            <a:lvl9pPr marL="4114800" lvl="8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2"/>
          </p:nvPr>
        </p:nvSpPr>
        <p:spPr>
          <a:xfrm>
            <a:off x="18592802" y="7680966"/>
            <a:ext cx="16154400" cy="2172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918908" algn="l">
              <a:spcBef>
                <a:spcPts val="2174"/>
              </a:spcBef>
              <a:spcAft>
                <a:spcPts val="0"/>
              </a:spcAft>
              <a:buClr>
                <a:schemeClr val="dk1"/>
              </a:buClr>
              <a:buSzPts val="10871"/>
              <a:buChar char="•"/>
              <a:defRPr sz="10871"/>
            </a:lvl1pPr>
            <a:lvl2pPr marL="914400" lvl="1" indent="-822134" algn="l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Char char="–"/>
              <a:defRPr sz="9347"/>
            </a:lvl2pPr>
            <a:lvl3pPr marL="1371600" lvl="2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•"/>
              <a:defRPr sz="7722"/>
            </a:lvl3pPr>
            <a:lvl4pPr marL="1828800" lvl="3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–"/>
              <a:defRPr sz="6908"/>
            </a:lvl4pPr>
            <a:lvl5pPr marL="2286000" lvl="4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»"/>
              <a:defRPr sz="6908"/>
            </a:lvl5pPr>
            <a:lvl6pPr marL="2743200" lvl="5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6pPr>
            <a:lvl7pPr marL="3200400" lvl="6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7pPr>
            <a:lvl8pPr marL="3657600" lvl="7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8pPr>
            <a:lvl9pPr marL="4114800" lvl="8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>
            <a:spLocks noGrp="1"/>
          </p:cNvSpPr>
          <p:nvPr>
            <p:ph type="title"/>
          </p:nvPr>
        </p:nvSpPr>
        <p:spPr>
          <a:xfrm>
            <a:off x="1829042" y="1318072"/>
            <a:ext cx="32917916" cy="548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body" idx="1"/>
          </p:nvPr>
        </p:nvSpPr>
        <p:spPr>
          <a:xfrm>
            <a:off x="1828803" y="7368542"/>
            <a:ext cx="16160753" cy="3070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b" anchorCtr="0">
            <a:noAutofit/>
          </a:bodyPr>
          <a:lstStyle>
            <a:lvl1pPr marL="457200" lvl="0" indent="-228600" algn="l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None/>
              <a:defRPr sz="9347" b="1"/>
            </a:lvl1pPr>
            <a:lvl2pPr marL="914400" lvl="1" indent="-228600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None/>
              <a:defRPr sz="7722" b="1"/>
            </a:lvl2pPr>
            <a:lvl3pPr marL="1371600" lvl="2" indent="-228600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None/>
              <a:defRPr sz="6908" b="1"/>
            </a:lvl3pPr>
            <a:lvl4pPr marL="1828800" lvl="3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4pPr>
            <a:lvl5pPr marL="2286000" lvl="4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5pPr>
            <a:lvl6pPr marL="2743200" lvl="5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6pPr>
            <a:lvl7pPr marL="3200400" lvl="6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7pPr>
            <a:lvl8pPr marL="3657600" lvl="7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8pPr>
            <a:lvl9pPr marL="4114800" lvl="8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2"/>
          </p:nvPr>
        </p:nvSpPr>
        <p:spPr>
          <a:xfrm>
            <a:off x="1828803" y="10439400"/>
            <a:ext cx="16160753" cy="18966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822134" algn="l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Char char="•"/>
              <a:defRPr sz="9347"/>
            </a:lvl1pPr>
            <a:lvl2pPr marL="914400" lvl="1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–"/>
              <a:defRPr sz="7722"/>
            </a:lvl2pPr>
            <a:lvl3pPr marL="1371600" lvl="2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3pPr>
            <a:lvl4pPr marL="1828800" lvl="3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–"/>
              <a:defRPr sz="6198"/>
            </a:lvl4pPr>
            <a:lvl5pPr marL="2286000" lvl="4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»"/>
              <a:defRPr sz="6198"/>
            </a:lvl5pPr>
            <a:lvl6pPr marL="2743200" lvl="5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6pPr>
            <a:lvl7pPr marL="3200400" lvl="6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7pPr>
            <a:lvl8pPr marL="3657600" lvl="7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8pPr>
            <a:lvl9pPr marL="4114800" lvl="8" indent="-622172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3"/>
          </p:nvPr>
        </p:nvSpPr>
        <p:spPr>
          <a:xfrm>
            <a:off x="18580106" y="7368542"/>
            <a:ext cx="16167101" cy="3070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b" anchorCtr="0">
            <a:noAutofit/>
          </a:bodyPr>
          <a:lstStyle>
            <a:lvl1pPr marL="457200" lvl="0" indent="-228600" algn="l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None/>
              <a:defRPr sz="9347" b="1"/>
            </a:lvl1pPr>
            <a:lvl2pPr marL="914400" lvl="1" indent="-228600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None/>
              <a:defRPr sz="7722" b="1"/>
            </a:lvl2pPr>
            <a:lvl3pPr marL="1371600" lvl="2" indent="-228600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None/>
              <a:defRPr sz="6908" b="1"/>
            </a:lvl3pPr>
            <a:lvl4pPr marL="1828800" lvl="3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4pPr>
            <a:lvl5pPr marL="2286000" lvl="4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5pPr>
            <a:lvl6pPr marL="2743200" lvl="5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6pPr>
            <a:lvl7pPr marL="3200400" lvl="6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7pPr>
            <a:lvl8pPr marL="3657600" lvl="7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8pPr>
            <a:lvl9pPr marL="4114800" lvl="8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4"/>
          </p:nvPr>
        </p:nvSpPr>
        <p:spPr>
          <a:xfrm>
            <a:off x="18580106" y="10439400"/>
            <a:ext cx="16167101" cy="18966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822134" algn="l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Char char="•"/>
              <a:defRPr sz="9347"/>
            </a:lvl1pPr>
            <a:lvl2pPr marL="914400" lvl="1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–"/>
              <a:defRPr sz="7722"/>
            </a:lvl2pPr>
            <a:lvl3pPr marL="1371600" lvl="2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3pPr>
            <a:lvl4pPr marL="1828800" lvl="3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–"/>
              <a:defRPr sz="6198"/>
            </a:lvl4pPr>
            <a:lvl5pPr marL="2286000" lvl="4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»"/>
              <a:defRPr sz="6198"/>
            </a:lvl5pPr>
            <a:lvl6pPr marL="2743200" lvl="5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6pPr>
            <a:lvl7pPr marL="3200400" lvl="6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7pPr>
            <a:lvl8pPr marL="3657600" lvl="7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8pPr>
            <a:lvl9pPr marL="4114800" lvl="8" indent="-622172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title"/>
          </p:nvPr>
        </p:nvSpPr>
        <p:spPr>
          <a:xfrm>
            <a:off x="1829042" y="1318072"/>
            <a:ext cx="32917916" cy="548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1828805" y="1310640"/>
            <a:ext cx="12033252" cy="557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722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14300202" y="1310643"/>
            <a:ext cx="20447000" cy="28094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1015682" algn="l">
              <a:spcBef>
                <a:spcPts val="2479"/>
              </a:spcBef>
              <a:spcAft>
                <a:spcPts val="0"/>
              </a:spcAft>
              <a:buClr>
                <a:schemeClr val="dk1"/>
              </a:buClr>
              <a:buSzPts val="12395"/>
              <a:buChar char="•"/>
              <a:defRPr sz="12395"/>
            </a:lvl1pPr>
            <a:lvl2pPr marL="914400" lvl="1" indent="-918908" algn="l">
              <a:spcBef>
                <a:spcPts val="2174"/>
              </a:spcBef>
              <a:spcAft>
                <a:spcPts val="0"/>
              </a:spcAft>
              <a:buClr>
                <a:schemeClr val="dk1"/>
              </a:buClr>
              <a:buSzPts val="10871"/>
              <a:buChar char="–"/>
              <a:defRPr sz="10871"/>
            </a:lvl2pPr>
            <a:lvl3pPr marL="1371600" lvl="2" indent="-822134" algn="l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Char char="•"/>
              <a:defRPr sz="9347"/>
            </a:lvl3pPr>
            <a:lvl4pPr marL="1828800" lvl="3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–"/>
              <a:defRPr sz="7722"/>
            </a:lvl4pPr>
            <a:lvl5pPr marL="2286000" lvl="4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»"/>
              <a:defRPr sz="7722"/>
            </a:lvl5pPr>
            <a:lvl6pPr marL="2743200" lvl="5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•"/>
              <a:defRPr sz="7722"/>
            </a:lvl6pPr>
            <a:lvl7pPr marL="3200400" lvl="6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•"/>
              <a:defRPr sz="7722"/>
            </a:lvl7pPr>
            <a:lvl8pPr marL="3657600" lvl="7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•"/>
              <a:defRPr sz="7722"/>
            </a:lvl8pPr>
            <a:lvl9pPr marL="4114800" lvl="8" indent="-718946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•"/>
              <a:defRPr sz="7722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2"/>
          </p:nvPr>
        </p:nvSpPr>
        <p:spPr>
          <a:xfrm>
            <a:off x="1828805" y="6888486"/>
            <a:ext cx="12033252" cy="22517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228600" algn="l">
              <a:spcBef>
                <a:spcPts val="1097"/>
              </a:spcBef>
              <a:spcAft>
                <a:spcPts val="0"/>
              </a:spcAft>
              <a:buClr>
                <a:schemeClr val="dk1"/>
              </a:buClr>
              <a:buSzPts val="5486"/>
              <a:buNone/>
              <a:defRPr sz="5486"/>
            </a:lvl1pPr>
            <a:lvl2pPr marL="914400" lvl="1" indent="-228600" algn="l">
              <a:spcBef>
                <a:spcPts val="935"/>
              </a:spcBef>
              <a:spcAft>
                <a:spcPts val="0"/>
              </a:spcAft>
              <a:buClr>
                <a:schemeClr val="dk1"/>
              </a:buClr>
              <a:buSzPts val="4674"/>
              <a:buNone/>
              <a:defRPr sz="4674"/>
            </a:lvl2pPr>
            <a:lvl3pPr marL="1371600" lvl="2" indent="-228600" algn="l">
              <a:spcBef>
                <a:spcPts val="772"/>
              </a:spcBef>
              <a:spcAft>
                <a:spcPts val="0"/>
              </a:spcAft>
              <a:buClr>
                <a:schemeClr val="dk1"/>
              </a:buClr>
              <a:buSzPts val="3861"/>
              <a:buNone/>
              <a:defRPr sz="3861"/>
            </a:lvl3pPr>
            <a:lvl4pPr marL="1828800" lvl="3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4pPr>
            <a:lvl5pPr marL="2286000" lvl="4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5pPr>
            <a:lvl6pPr marL="2743200" lvl="5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6pPr>
            <a:lvl7pPr marL="3200400" lvl="6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7pPr>
            <a:lvl8pPr marL="3657600" lvl="7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8pPr>
            <a:lvl9pPr marL="4114800" lvl="8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7169154" y="23042880"/>
            <a:ext cx="21945600" cy="2720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722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>
            <a:spLocks noGrp="1"/>
          </p:cNvSpPr>
          <p:nvPr>
            <p:ph type="pic" idx="2"/>
          </p:nvPr>
        </p:nvSpPr>
        <p:spPr>
          <a:xfrm>
            <a:off x="7169154" y="2941322"/>
            <a:ext cx="21945600" cy="1975104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7169154" y="25763223"/>
            <a:ext cx="21945600" cy="3863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228600" algn="l">
              <a:spcBef>
                <a:spcPts val="1097"/>
              </a:spcBef>
              <a:spcAft>
                <a:spcPts val="0"/>
              </a:spcAft>
              <a:buClr>
                <a:schemeClr val="dk1"/>
              </a:buClr>
              <a:buSzPts val="5486"/>
              <a:buNone/>
              <a:defRPr sz="5486"/>
            </a:lvl1pPr>
            <a:lvl2pPr marL="914400" lvl="1" indent="-228600" algn="l">
              <a:spcBef>
                <a:spcPts val="935"/>
              </a:spcBef>
              <a:spcAft>
                <a:spcPts val="0"/>
              </a:spcAft>
              <a:buClr>
                <a:schemeClr val="dk1"/>
              </a:buClr>
              <a:buSzPts val="4674"/>
              <a:buNone/>
              <a:defRPr sz="4674"/>
            </a:lvl2pPr>
            <a:lvl3pPr marL="1371600" lvl="2" indent="-228600" algn="l">
              <a:spcBef>
                <a:spcPts val="772"/>
              </a:spcBef>
              <a:spcAft>
                <a:spcPts val="0"/>
              </a:spcAft>
              <a:buClr>
                <a:schemeClr val="dk1"/>
              </a:buClr>
              <a:buSzPts val="3861"/>
              <a:buNone/>
              <a:defRPr sz="3861"/>
            </a:lvl3pPr>
            <a:lvl4pPr marL="1828800" lvl="3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4pPr>
            <a:lvl5pPr marL="2286000" lvl="4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5pPr>
            <a:lvl6pPr marL="2743200" lvl="5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6pPr>
            <a:lvl7pPr marL="3200400" lvl="6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7pPr>
            <a:lvl8pPr marL="3657600" lvl="7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8pPr>
            <a:lvl9pPr marL="4114800" lvl="8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1829042" y="1318072"/>
            <a:ext cx="32917916" cy="548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 rot="5400000">
            <a:off x="7425523" y="2084045"/>
            <a:ext cx="21724953" cy="32917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 rot="5400000">
            <a:off x="85751673" y="53160931"/>
            <a:ext cx="134820662" cy="41148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body" idx="1"/>
          </p:nvPr>
        </p:nvSpPr>
        <p:spPr>
          <a:xfrm rot="5400000">
            <a:off x="3150869" y="12317731"/>
            <a:ext cx="134820662" cy="1228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1829042" y="1318072"/>
            <a:ext cx="32917916" cy="548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1829042" y="7680526"/>
            <a:ext cx="32917916" cy="21724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marR="0" lvl="0" indent="-1015682" algn="l" rtl="0">
              <a:spcBef>
                <a:spcPts val="2479"/>
              </a:spcBef>
              <a:spcAft>
                <a:spcPts val="0"/>
              </a:spcAft>
              <a:buClr>
                <a:schemeClr val="dk1"/>
              </a:buClr>
              <a:buSzPts val="12395"/>
              <a:buFont typeface="Arial"/>
              <a:buChar char="•"/>
              <a:defRPr sz="1239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918908" algn="l" rtl="0">
              <a:spcBef>
                <a:spcPts val="2174"/>
              </a:spcBef>
              <a:spcAft>
                <a:spcPts val="0"/>
              </a:spcAft>
              <a:buClr>
                <a:schemeClr val="dk1"/>
              </a:buClr>
              <a:buSzPts val="10871"/>
              <a:buFont typeface="Arial"/>
              <a:buChar char="–"/>
              <a:defRPr sz="108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822134" algn="l" rtl="0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Font typeface="Arial"/>
              <a:buChar char="•"/>
              <a:defRPr sz="934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718947" algn="l" rtl="0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Font typeface="Arial"/>
              <a:buChar char="–"/>
              <a:defRPr sz="77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718947" algn="l" rtl="0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Font typeface="Arial"/>
              <a:buChar char="»"/>
              <a:defRPr sz="77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718947" algn="l" rtl="0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Font typeface="Arial"/>
              <a:buChar char="•"/>
              <a:defRPr sz="77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718947" algn="l" rtl="0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Font typeface="Arial"/>
              <a:buChar char="•"/>
              <a:defRPr sz="77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718947" algn="l" rtl="0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Font typeface="Arial"/>
              <a:buChar char="•"/>
              <a:defRPr sz="77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718946" algn="l" rtl="0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Font typeface="Arial"/>
              <a:buChar char="•"/>
              <a:defRPr sz="77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image" Target="../media/image4.emf"/><Relationship Id="rId7" Type="http://schemas.openxmlformats.org/officeDocument/2006/relationships/image" Target="../media/image8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09CAA071-A88A-9345-9C5E-670D898931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0037387"/>
              </p:ext>
            </p:extLst>
          </p:nvPr>
        </p:nvGraphicFramePr>
        <p:xfrm>
          <a:off x="98425" y="98425"/>
          <a:ext cx="4000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400069" imgH="514350" progId="Package">
                  <p:embed/>
                </p:oleObj>
              </mc:Choice>
              <mc:Fallback>
                <p:oleObj name="Packager Shell Object" showAsIcon="1" r:id="rId2" imgW="400069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8425" y="98425"/>
                        <a:ext cx="40005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86D2717A-0DF5-7447-97FA-7EE5E471C5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2366214"/>
              </p:ext>
            </p:extLst>
          </p:nvPr>
        </p:nvGraphicFramePr>
        <p:xfrm>
          <a:off x="98425" y="98425"/>
          <a:ext cx="4000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4" imgW="400069" imgH="514350" progId="Package">
                  <p:embed/>
                </p:oleObj>
              </mc:Choice>
              <mc:Fallback>
                <p:oleObj name="Packager Shell Object" showAsIcon="1" r:id="rId4" imgW="400069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8425" y="98425"/>
                        <a:ext cx="40005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Graphic 13">
            <a:extLst>
              <a:ext uri="{FF2B5EF4-FFF2-40B4-BE49-F238E27FC236}">
                <a16:creationId xmlns:a16="http://schemas.microsoft.com/office/drawing/2014/main" id="{EB750F53-BB08-54A3-65D0-AD2A42FC9A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7177" r="10080"/>
          <a:stretch>
            <a:fillRect/>
          </a:stretch>
        </p:blipFill>
        <p:spPr>
          <a:xfrm>
            <a:off x="2625213" y="10090161"/>
            <a:ext cx="30263690" cy="1273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146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>
          <a:extLst>
            <a:ext uri="{FF2B5EF4-FFF2-40B4-BE49-F238E27FC236}">
              <a16:creationId xmlns:a16="http://schemas.microsoft.com/office/drawing/2014/main" id="{888707C2-3318-A9CA-E087-E746027FB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Picture 152">
            <a:extLst>
              <a:ext uri="{FF2B5EF4-FFF2-40B4-BE49-F238E27FC236}">
                <a16:creationId xmlns:a16="http://schemas.microsoft.com/office/drawing/2014/main" id="{E924589F-BEE0-7847-629E-44909FBDEC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009" t="13366" r="24228" b="21763"/>
          <a:stretch>
            <a:fillRect/>
          </a:stretch>
        </p:blipFill>
        <p:spPr>
          <a:xfrm>
            <a:off x="7596741" y="14309131"/>
            <a:ext cx="4743402" cy="2364826"/>
          </a:xfrm>
          <a:prstGeom prst="rect">
            <a:avLst/>
          </a:prstGeom>
        </p:spPr>
      </p:pic>
      <p:pic>
        <p:nvPicPr>
          <p:cNvPr id="155" name="Picture 154">
            <a:extLst>
              <a:ext uri="{FF2B5EF4-FFF2-40B4-BE49-F238E27FC236}">
                <a16:creationId xmlns:a16="http://schemas.microsoft.com/office/drawing/2014/main" id="{EF4121B5-3F06-3233-812C-BE22CEB9956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033" t="14256" r="24637" b="20873"/>
          <a:stretch>
            <a:fillRect/>
          </a:stretch>
        </p:blipFill>
        <p:spPr>
          <a:xfrm>
            <a:off x="13183335" y="14339973"/>
            <a:ext cx="4711741" cy="2364826"/>
          </a:xfrm>
          <a:prstGeom prst="rect">
            <a:avLst/>
          </a:prstGeom>
        </p:spPr>
      </p:pic>
      <p:pic>
        <p:nvPicPr>
          <p:cNvPr id="157" name="Picture 156">
            <a:extLst>
              <a:ext uri="{FF2B5EF4-FFF2-40B4-BE49-F238E27FC236}">
                <a16:creationId xmlns:a16="http://schemas.microsoft.com/office/drawing/2014/main" id="{28B9251D-1C65-944C-38F5-1B496BB423E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032" t="14265" r="24174" b="20891"/>
          <a:stretch>
            <a:fillRect/>
          </a:stretch>
        </p:blipFill>
        <p:spPr>
          <a:xfrm>
            <a:off x="13183335" y="17454855"/>
            <a:ext cx="4745695" cy="2363844"/>
          </a:xfrm>
          <a:prstGeom prst="rect">
            <a:avLst/>
          </a:prstGeom>
        </p:spPr>
      </p:pic>
      <p:pic>
        <p:nvPicPr>
          <p:cNvPr id="159" name="Picture 158">
            <a:extLst>
              <a:ext uri="{FF2B5EF4-FFF2-40B4-BE49-F238E27FC236}">
                <a16:creationId xmlns:a16="http://schemas.microsoft.com/office/drawing/2014/main" id="{549BE2EB-98EE-ADC3-BADB-D736E57D32A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010" t="14222" r="24390" b="20906"/>
          <a:stretch>
            <a:fillRect/>
          </a:stretch>
        </p:blipFill>
        <p:spPr>
          <a:xfrm>
            <a:off x="7596741" y="17454855"/>
            <a:ext cx="4731495" cy="236482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F2EA852-FACC-800C-4A89-E45C5B32CFD2}"/>
              </a:ext>
            </a:extLst>
          </p:cNvPr>
          <p:cNvSpPr txBox="1"/>
          <p:nvPr/>
        </p:nvSpPr>
        <p:spPr>
          <a:xfrm>
            <a:off x="3808483" y="15157644"/>
            <a:ext cx="31781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Sign-aligned </a:t>
            </a:r>
            <a:r>
              <a:rPr lang="el-GR" sz="2000" dirty="0"/>
              <a:t>β</a:t>
            </a:r>
            <a:r>
              <a:rPr lang="en-US" sz="2000" dirty="0"/>
              <a:t> 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A20B51A-108D-838D-8A37-4F68A113ABBA}"/>
              </a:ext>
            </a:extLst>
          </p:cNvPr>
          <p:cNvSpPr txBox="1"/>
          <p:nvPr/>
        </p:nvSpPr>
        <p:spPr>
          <a:xfrm>
            <a:off x="12573179" y="14934157"/>
            <a:ext cx="61016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700" dirty="0"/>
              <a:t>0.5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377443-FA5A-3B21-56E3-113829CA37C9}"/>
              </a:ext>
            </a:extLst>
          </p:cNvPr>
          <p:cNvSpPr txBox="1"/>
          <p:nvPr/>
        </p:nvSpPr>
        <p:spPr>
          <a:xfrm>
            <a:off x="6986588" y="14391323"/>
            <a:ext cx="61016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700" dirty="0"/>
              <a:t>1.5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F791D7-178E-4AD7-026F-5C3E2EDA136D}"/>
              </a:ext>
            </a:extLst>
          </p:cNvPr>
          <p:cNvSpPr txBox="1"/>
          <p:nvPr/>
        </p:nvSpPr>
        <p:spPr>
          <a:xfrm>
            <a:off x="6986588" y="14931776"/>
            <a:ext cx="61016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7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004D9D-D8D8-9DE9-2684-1F0613C8AF3D}"/>
              </a:ext>
            </a:extLst>
          </p:cNvPr>
          <p:cNvSpPr txBox="1"/>
          <p:nvPr/>
        </p:nvSpPr>
        <p:spPr>
          <a:xfrm>
            <a:off x="6986587" y="15472569"/>
            <a:ext cx="61016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700" dirty="0"/>
              <a:t>0.5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6264A1-431A-69E2-CF50-96B767CFE2D8}"/>
              </a:ext>
            </a:extLst>
          </p:cNvPr>
          <p:cNvSpPr txBox="1"/>
          <p:nvPr/>
        </p:nvSpPr>
        <p:spPr>
          <a:xfrm>
            <a:off x="6986589" y="16013113"/>
            <a:ext cx="61016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7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D3036E3-F38E-42CA-6838-4810968CC4D1}"/>
              </a:ext>
            </a:extLst>
          </p:cNvPr>
          <p:cNvSpPr txBox="1"/>
          <p:nvPr/>
        </p:nvSpPr>
        <p:spPr>
          <a:xfrm>
            <a:off x="6986590" y="17463294"/>
            <a:ext cx="61016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700" dirty="0"/>
              <a:t>0.8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71E1563-E2D1-9D4D-75E4-8B7428CEC032}"/>
              </a:ext>
            </a:extLst>
          </p:cNvPr>
          <p:cNvSpPr txBox="1"/>
          <p:nvPr/>
        </p:nvSpPr>
        <p:spPr>
          <a:xfrm>
            <a:off x="6986590" y="17892130"/>
            <a:ext cx="61016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700" dirty="0"/>
              <a:t>0.6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60C52B8-0EEA-6FE1-43C5-89D9C32443C1}"/>
              </a:ext>
            </a:extLst>
          </p:cNvPr>
          <p:cNvSpPr txBox="1"/>
          <p:nvPr/>
        </p:nvSpPr>
        <p:spPr>
          <a:xfrm>
            <a:off x="6986592" y="18323136"/>
            <a:ext cx="61016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700" dirty="0"/>
              <a:t>0.4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8712D38-3D4C-C2B8-FF52-8AF53D81F801}"/>
              </a:ext>
            </a:extLst>
          </p:cNvPr>
          <p:cNvSpPr txBox="1"/>
          <p:nvPr/>
        </p:nvSpPr>
        <p:spPr>
          <a:xfrm>
            <a:off x="6986591" y="18755797"/>
            <a:ext cx="61016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700" dirty="0"/>
              <a:t>0.2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D6A42BA-85D2-0010-D74F-52337FD5F058}"/>
              </a:ext>
            </a:extLst>
          </p:cNvPr>
          <p:cNvSpPr txBox="1"/>
          <p:nvPr/>
        </p:nvSpPr>
        <p:spPr>
          <a:xfrm>
            <a:off x="6986586" y="19185359"/>
            <a:ext cx="61016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700" dirty="0"/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8E54E5A-42BA-961A-3269-7B3F9C2E808C}"/>
              </a:ext>
            </a:extLst>
          </p:cNvPr>
          <p:cNvSpPr txBox="1"/>
          <p:nvPr/>
        </p:nvSpPr>
        <p:spPr>
          <a:xfrm>
            <a:off x="7667626" y="19785437"/>
            <a:ext cx="409575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0AA1698-EF4A-0068-DF0A-F1EAB2FCF439}"/>
              </a:ext>
            </a:extLst>
          </p:cNvPr>
          <p:cNvSpPr txBox="1"/>
          <p:nvPr/>
        </p:nvSpPr>
        <p:spPr>
          <a:xfrm>
            <a:off x="8139114" y="19785437"/>
            <a:ext cx="409575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F32341A-CC33-D9AD-8D4A-89E32BE78EC2}"/>
              </a:ext>
            </a:extLst>
          </p:cNvPr>
          <p:cNvSpPr txBox="1"/>
          <p:nvPr/>
        </p:nvSpPr>
        <p:spPr>
          <a:xfrm>
            <a:off x="8610602" y="19785437"/>
            <a:ext cx="409575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88F19DA-CEEB-CB24-C0E1-8208BA61A3ED}"/>
              </a:ext>
            </a:extLst>
          </p:cNvPr>
          <p:cNvSpPr txBox="1"/>
          <p:nvPr/>
        </p:nvSpPr>
        <p:spPr>
          <a:xfrm>
            <a:off x="9084471" y="19785437"/>
            <a:ext cx="409575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5FBE407-9526-1888-A0DF-2A41E0556D7A}"/>
              </a:ext>
            </a:extLst>
          </p:cNvPr>
          <p:cNvSpPr txBox="1"/>
          <p:nvPr/>
        </p:nvSpPr>
        <p:spPr>
          <a:xfrm>
            <a:off x="9535989" y="19785437"/>
            <a:ext cx="44859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10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913B91D-B99D-C05F-0BAD-48CD345A016C}"/>
              </a:ext>
            </a:extLst>
          </p:cNvPr>
          <p:cNvSpPr txBox="1"/>
          <p:nvPr/>
        </p:nvSpPr>
        <p:spPr>
          <a:xfrm>
            <a:off x="10007476" y="19785437"/>
            <a:ext cx="44859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12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CCFB58B-B2D9-E620-BE98-4626FD49553B}"/>
              </a:ext>
            </a:extLst>
          </p:cNvPr>
          <p:cNvSpPr txBox="1"/>
          <p:nvPr/>
        </p:nvSpPr>
        <p:spPr>
          <a:xfrm>
            <a:off x="10478963" y="19785437"/>
            <a:ext cx="44859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14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61746E6-58B0-4625-D634-6615C4A163BF}"/>
              </a:ext>
            </a:extLst>
          </p:cNvPr>
          <p:cNvSpPr txBox="1"/>
          <p:nvPr/>
        </p:nvSpPr>
        <p:spPr>
          <a:xfrm>
            <a:off x="10949992" y="19785306"/>
            <a:ext cx="44859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16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320AA32-611B-013F-2D95-6605F91767B2}"/>
              </a:ext>
            </a:extLst>
          </p:cNvPr>
          <p:cNvSpPr txBox="1"/>
          <p:nvPr/>
        </p:nvSpPr>
        <p:spPr>
          <a:xfrm>
            <a:off x="11420518" y="19785306"/>
            <a:ext cx="44859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18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0D132F6-E45E-5F45-D6AD-4E9741027D71}"/>
              </a:ext>
            </a:extLst>
          </p:cNvPr>
          <p:cNvSpPr txBox="1"/>
          <p:nvPr/>
        </p:nvSpPr>
        <p:spPr>
          <a:xfrm>
            <a:off x="11891551" y="19785306"/>
            <a:ext cx="44859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20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E77A68D-2F50-2A3B-3606-45CF3B1EF216}"/>
              </a:ext>
            </a:extLst>
          </p:cNvPr>
          <p:cNvSpPr txBox="1"/>
          <p:nvPr/>
        </p:nvSpPr>
        <p:spPr>
          <a:xfrm>
            <a:off x="13256513" y="19785306"/>
            <a:ext cx="409575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0427FF1-00DC-B79B-96A1-197168DAAEDF}"/>
              </a:ext>
            </a:extLst>
          </p:cNvPr>
          <p:cNvSpPr txBox="1"/>
          <p:nvPr/>
        </p:nvSpPr>
        <p:spPr>
          <a:xfrm>
            <a:off x="13728001" y="19785306"/>
            <a:ext cx="409575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46F7FF8-E5A4-596D-74A1-0A4EC80F9A8C}"/>
              </a:ext>
            </a:extLst>
          </p:cNvPr>
          <p:cNvSpPr txBox="1"/>
          <p:nvPr/>
        </p:nvSpPr>
        <p:spPr>
          <a:xfrm>
            <a:off x="14197108" y="19785306"/>
            <a:ext cx="409575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CC4B3A4-C8E7-703A-9C1A-C7047CD324B6}"/>
              </a:ext>
            </a:extLst>
          </p:cNvPr>
          <p:cNvSpPr txBox="1"/>
          <p:nvPr/>
        </p:nvSpPr>
        <p:spPr>
          <a:xfrm>
            <a:off x="14670977" y="19785306"/>
            <a:ext cx="409575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2A41D43-7F03-6E08-547C-C69E4E65356A}"/>
              </a:ext>
            </a:extLst>
          </p:cNvPr>
          <p:cNvSpPr txBox="1"/>
          <p:nvPr/>
        </p:nvSpPr>
        <p:spPr>
          <a:xfrm>
            <a:off x="15122495" y="19785306"/>
            <a:ext cx="44859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8E9DAC3-1D30-D93A-A21F-37DA937F2546}"/>
              </a:ext>
            </a:extLst>
          </p:cNvPr>
          <p:cNvSpPr txBox="1"/>
          <p:nvPr/>
        </p:nvSpPr>
        <p:spPr>
          <a:xfrm>
            <a:off x="15593982" y="19785306"/>
            <a:ext cx="44859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12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E07A0BD-9205-75A6-0E15-8D42DD00E8F1}"/>
              </a:ext>
            </a:extLst>
          </p:cNvPr>
          <p:cNvSpPr txBox="1"/>
          <p:nvPr/>
        </p:nvSpPr>
        <p:spPr>
          <a:xfrm>
            <a:off x="16065469" y="19785306"/>
            <a:ext cx="44859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14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6C98EFF-6C39-FED3-D7C4-A93F258F82C4}"/>
              </a:ext>
            </a:extLst>
          </p:cNvPr>
          <p:cNvSpPr txBox="1"/>
          <p:nvPr/>
        </p:nvSpPr>
        <p:spPr>
          <a:xfrm>
            <a:off x="16536498" y="19785175"/>
            <a:ext cx="44859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16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305F5BC-6DB7-AD97-A63A-EB460317C2D0}"/>
              </a:ext>
            </a:extLst>
          </p:cNvPr>
          <p:cNvSpPr txBox="1"/>
          <p:nvPr/>
        </p:nvSpPr>
        <p:spPr>
          <a:xfrm>
            <a:off x="17007024" y="19785175"/>
            <a:ext cx="44859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18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893787A-A067-E4EF-B62C-D18D1AFE8A19}"/>
              </a:ext>
            </a:extLst>
          </p:cNvPr>
          <p:cNvSpPr txBox="1"/>
          <p:nvPr/>
        </p:nvSpPr>
        <p:spPr>
          <a:xfrm>
            <a:off x="17480438" y="19785175"/>
            <a:ext cx="44859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20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48C43FC-8E6E-89E6-F377-289C540004D6}"/>
              </a:ext>
            </a:extLst>
          </p:cNvPr>
          <p:cNvSpPr txBox="1"/>
          <p:nvPr/>
        </p:nvSpPr>
        <p:spPr>
          <a:xfrm>
            <a:off x="12573180" y="14516123"/>
            <a:ext cx="61016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7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D7C3265-3258-8236-A72F-A70834E02E64}"/>
              </a:ext>
            </a:extLst>
          </p:cNvPr>
          <p:cNvSpPr txBox="1"/>
          <p:nvPr/>
        </p:nvSpPr>
        <p:spPr>
          <a:xfrm>
            <a:off x="12573177" y="15353202"/>
            <a:ext cx="61016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700" dirty="0"/>
              <a:t>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94E758C-5A17-8A37-5B4D-ACA27F2C2531}"/>
              </a:ext>
            </a:extLst>
          </p:cNvPr>
          <p:cNvSpPr txBox="1"/>
          <p:nvPr/>
        </p:nvSpPr>
        <p:spPr>
          <a:xfrm>
            <a:off x="12573175" y="15769301"/>
            <a:ext cx="61016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700" dirty="0"/>
              <a:t>-0.5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EEC0DD0-05E5-6047-8E13-3B53C45DC57D}"/>
              </a:ext>
            </a:extLst>
          </p:cNvPr>
          <p:cNvSpPr txBox="1"/>
          <p:nvPr/>
        </p:nvSpPr>
        <p:spPr>
          <a:xfrm>
            <a:off x="12573175" y="16182573"/>
            <a:ext cx="61016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700" dirty="0"/>
              <a:t>-1.0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FFCAC7F-C389-22B3-82AE-3999CD0FA05C}"/>
              </a:ext>
            </a:extLst>
          </p:cNvPr>
          <p:cNvSpPr txBox="1"/>
          <p:nvPr/>
        </p:nvSpPr>
        <p:spPr>
          <a:xfrm>
            <a:off x="12573175" y="17643090"/>
            <a:ext cx="61016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700" dirty="0"/>
              <a:t>0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C76EC0C-7B97-9540-A57C-E66DCFA0F2FC}"/>
              </a:ext>
            </a:extLst>
          </p:cNvPr>
          <p:cNvSpPr txBox="1"/>
          <p:nvPr/>
        </p:nvSpPr>
        <p:spPr>
          <a:xfrm>
            <a:off x="12573174" y="18068714"/>
            <a:ext cx="61016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700" dirty="0"/>
              <a:t>-0.2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63661ED-E62E-6455-0367-72CF8B33BE98}"/>
              </a:ext>
            </a:extLst>
          </p:cNvPr>
          <p:cNvSpPr txBox="1"/>
          <p:nvPr/>
        </p:nvSpPr>
        <p:spPr>
          <a:xfrm>
            <a:off x="12573174" y="18494338"/>
            <a:ext cx="61016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700" dirty="0"/>
              <a:t>-0.4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187CAB4-6E16-6774-0B6D-B30DD9663F08}"/>
              </a:ext>
            </a:extLst>
          </p:cNvPr>
          <p:cNvSpPr txBox="1"/>
          <p:nvPr/>
        </p:nvSpPr>
        <p:spPr>
          <a:xfrm>
            <a:off x="12573173" y="18919962"/>
            <a:ext cx="61016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700" dirty="0"/>
              <a:t>-0.6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27C2AA7-19CD-00AA-C172-28006368477D}"/>
              </a:ext>
            </a:extLst>
          </p:cNvPr>
          <p:cNvSpPr txBox="1"/>
          <p:nvPr/>
        </p:nvSpPr>
        <p:spPr>
          <a:xfrm>
            <a:off x="12573172" y="19344562"/>
            <a:ext cx="61016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700" dirty="0"/>
              <a:t>-0.8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62CA3510-64B6-00FE-5788-C7078ADEBC17}"/>
              </a:ext>
            </a:extLst>
          </p:cNvPr>
          <p:cNvSpPr txBox="1"/>
          <p:nvPr/>
        </p:nvSpPr>
        <p:spPr>
          <a:xfrm>
            <a:off x="3808483" y="18386423"/>
            <a:ext cx="31781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Sign-aligned </a:t>
            </a:r>
            <a:r>
              <a:rPr lang="el-GR" sz="2000" dirty="0"/>
              <a:t>β</a:t>
            </a:r>
            <a:r>
              <a:rPr lang="en-US" sz="2000" dirty="0"/>
              <a:t> 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11EBAC9A-F984-E13B-A48C-4B04B126BC07}"/>
              </a:ext>
            </a:extLst>
          </p:cNvPr>
          <p:cNvSpPr txBox="1"/>
          <p:nvPr/>
        </p:nvSpPr>
        <p:spPr>
          <a:xfrm>
            <a:off x="7705730" y="13939863"/>
            <a:ext cx="31781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All species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D16B6794-628B-A93B-8936-1D3B849DC8F3}"/>
              </a:ext>
            </a:extLst>
          </p:cNvPr>
          <p:cNvSpPr txBox="1"/>
          <p:nvPr/>
        </p:nvSpPr>
        <p:spPr>
          <a:xfrm>
            <a:off x="7708111" y="17054745"/>
            <a:ext cx="31781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Actinopterygii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FFF9ADF3-DB4B-3E2F-4CCB-7DA42D750A00}"/>
              </a:ext>
            </a:extLst>
          </p:cNvPr>
          <p:cNvSpPr txBox="1"/>
          <p:nvPr/>
        </p:nvSpPr>
        <p:spPr>
          <a:xfrm>
            <a:off x="13294613" y="17054745"/>
            <a:ext cx="31781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Sauropsida</a:t>
            </a:r>
            <a:endParaRPr lang="en-US" sz="200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28E01B4B-AF74-EF20-96F2-E0E0002A17DA}"/>
              </a:ext>
            </a:extLst>
          </p:cNvPr>
          <p:cNvSpPr txBox="1"/>
          <p:nvPr/>
        </p:nvSpPr>
        <p:spPr>
          <a:xfrm>
            <a:off x="13294616" y="13940076"/>
            <a:ext cx="31781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Mammalia</a:t>
            </a:r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FDA4FC55-BEF5-6F07-D982-6B0EF7270BF9}"/>
              </a:ext>
            </a:extLst>
          </p:cNvPr>
          <p:cNvGrpSpPr/>
          <p:nvPr/>
        </p:nvGrpSpPr>
        <p:grpSpPr>
          <a:xfrm>
            <a:off x="18120111" y="16442122"/>
            <a:ext cx="3874327" cy="3664947"/>
            <a:chOff x="22145625" y="17185271"/>
            <a:chExt cx="3830535" cy="5485773"/>
          </a:xfrm>
        </p:grpSpPr>
        <p:pic>
          <p:nvPicPr>
            <p:cNvPr id="139" name="Picture 138">
              <a:extLst>
                <a:ext uri="{FF2B5EF4-FFF2-40B4-BE49-F238E27FC236}">
                  <a16:creationId xmlns:a16="http://schemas.microsoft.com/office/drawing/2014/main" id="{A56DAF45-7265-3578-F18D-43185F762BD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86803" t="70725" r="1325" b="27543"/>
            <a:stretch>
              <a:fillRect/>
            </a:stretch>
          </p:blipFill>
          <p:spPr>
            <a:xfrm rot="16200000">
              <a:off x="20511085" y="19669265"/>
              <a:ext cx="4848226" cy="520165"/>
            </a:xfrm>
            <a:prstGeom prst="rect">
              <a:avLst/>
            </a:prstGeom>
          </p:spPr>
        </p:pic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DD5FCBCC-31FC-40B1-2299-1441D36793A8}"/>
                </a:ext>
              </a:extLst>
            </p:cNvPr>
            <p:cNvSpPr txBox="1"/>
            <p:nvPr/>
          </p:nvSpPr>
          <p:spPr>
            <a:xfrm rot="16200000">
              <a:off x="19936762" y="19744488"/>
              <a:ext cx="481783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Variable importance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2C9E65C7-DCA7-6082-1316-8715C26AF260}"/>
                </a:ext>
              </a:extLst>
            </p:cNvPr>
            <p:cNvSpPr txBox="1"/>
            <p:nvPr/>
          </p:nvSpPr>
          <p:spPr>
            <a:xfrm>
              <a:off x="23417771" y="21980014"/>
              <a:ext cx="2558389" cy="6910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0.5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49B2B976-1933-8800-8B79-CED795CEE529}"/>
                </a:ext>
              </a:extLst>
            </p:cNvPr>
            <p:cNvSpPr txBox="1"/>
            <p:nvPr/>
          </p:nvSpPr>
          <p:spPr>
            <a:xfrm>
              <a:off x="23417771" y="17185271"/>
              <a:ext cx="2558389" cy="6910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3044ECCD-6842-910B-4B6F-E46472B73C5F}"/>
                </a:ext>
              </a:extLst>
            </p:cNvPr>
            <p:cNvSpPr txBox="1"/>
            <p:nvPr/>
          </p:nvSpPr>
          <p:spPr>
            <a:xfrm>
              <a:off x="23417771" y="19584577"/>
              <a:ext cx="2558389" cy="6910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0.75</a:t>
              </a:r>
            </a:p>
          </p:txBody>
        </p: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DEB058D9-3C8D-6528-72FE-B32F304565E2}"/>
                </a:ext>
              </a:extLst>
            </p:cNvPr>
            <p:cNvCxnSpPr>
              <a:cxnSpLocks/>
            </p:cNvCxnSpPr>
            <p:nvPr/>
          </p:nvCxnSpPr>
          <p:spPr>
            <a:xfrm>
              <a:off x="23307993" y="17503500"/>
              <a:ext cx="0" cy="484636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0A5F47FC-428B-F306-77A3-FED44CD5E6F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324665" y="22320931"/>
              <a:ext cx="121683" cy="147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4E5FCA45-73E6-C090-2556-C3CFC908CE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324665" y="17532287"/>
              <a:ext cx="10144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0D52A1E5-DB15-DDB4-68E4-6BFD076B51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324663" y="19926681"/>
              <a:ext cx="10144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C7BB1B4A-64F2-2028-EFD0-21FF8CEA7346}"/>
              </a:ext>
            </a:extLst>
          </p:cNvPr>
          <p:cNvGrpSpPr/>
          <p:nvPr/>
        </p:nvGrpSpPr>
        <p:grpSpPr>
          <a:xfrm>
            <a:off x="17732575" y="14436406"/>
            <a:ext cx="3057795" cy="1876909"/>
            <a:chOff x="21083291" y="13827276"/>
            <a:chExt cx="2396007" cy="1470696"/>
          </a:xfrm>
        </p:grpSpPr>
        <p:pic>
          <p:nvPicPr>
            <p:cNvPr id="149" name="Picture 148">
              <a:extLst>
                <a:ext uri="{FF2B5EF4-FFF2-40B4-BE49-F238E27FC236}">
                  <a16:creationId xmlns:a16="http://schemas.microsoft.com/office/drawing/2014/main" id="{E23572A4-07A5-5DE9-157A-E8DB826D190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72582" t="21697" r="10049" b="63999"/>
            <a:stretch>
              <a:fillRect/>
            </a:stretch>
          </p:blipFill>
          <p:spPr>
            <a:xfrm>
              <a:off x="21083291" y="14447849"/>
              <a:ext cx="1811622" cy="850123"/>
            </a:xfrm>
            <a:prstGeom prst="rect">
              <a:avLst/>
            </a:prstGeom>
          </p:spPr>
        </p:pic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B70387CD-52FF-7C12-5E65-D1FFD32ECA44}"/>
                </a:ext>
              </a:extLst>
            </p:cNvPr>
            <p:cNvSpPr txBox="1"/>
            <p:nvPr/>
          </p:nvSpPr>
          <p:spPr>
            <a:xfrm>
              <a:off x="21439680" y="13827276"/>
              <a:ext cx="2039618" cy="5546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Response</a:t>
              </a:r>
            </a:p>
            <a:p>
              <a:r>
                <a:rPr lang="en-US" sz="2000" dirty="0"/>
                <a:t>metric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8087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3965</TotalTime>
  <Words>62</Words>
  <Application>Microsoft Office PowerPoint</Application>
  <PresentationFormat>Custom</PresentationFormat>
  <Paragraphs>52</Paragraphs>
  <Slides>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Office Theme</vt:lpstr>
      <vt:lpstr>Packager Shell Object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Tomoni Minamoto</dc:creator>
  <cp:lastModifiedBy>Zhaobo Hu</cp:lastModifiedBy>
  <cp:revision>222</cp:revision>
  <dcterms:created xsi:type="dcterms:W3CDTF">2014-10-11T23:18:25Z</dcterms:created>
  <dcterms:modified xsi:type="dcterms:W3CDTF">2026-05-19T17:46:52Z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38202f9-8d41-4950-b014-f183e397b746_Enabled">
    <vt:lpwstr>true</vt:lpwstr>
  </property>
  <property fmtid="{D5CDD505-2E9C-101B-9397-08002B2CF9AE}" pid="3" name="MSIP_Label_638202f9-8d41-4950-b014-f183e397b746_SetDate">
    <vt:lpwstr>2026-05-17T01:19:50Z</vt:lpwstr>
  </property>
  <property fmtid="{D5CDD505-2E9C-101B-9397-08002B2CF9AE}" pid="4" name="MSIP_Label_638202f9-8d41-4950-b014-f183e397b746_Method">
    <vt:lpwstr>Standard</vt:lpwstr>
  </property>
  <property fmtid="{D5CDD505-2E9C-101B-9397-08002B2CF9AE}" pid="5" name="MSIP_Label_638202f9-8d41-4950-b014-f183e397b746_Name">
    <vt:lpwstr>defa4170-0d19-0005-0004-bc88714345d2</vt:lpwstr>
  </property>
  <property fmtid="{D5CDD505-2E9C-101B-9397-08002B2CF9AE}" pid="6" name="MSIP_Label_638202f9-8d41-4950-b014-f183e397b746_SiteId">
    <vt:lpwstr>13b3b0ce-cd75-49a4-bfea-0a03b01ff1ab</vt:lpwstr>
  </property>
  <property fmtid="{D5CDD505-2E9C-101B-9397-08002B2CF9AE}" pid="7" name="MSIP_Label_638202f9-8d41-4950-b014-f183e397b746_ActionId">
    <vt:lpwstr>7186205e-f81f-4adf-9b57-a268fae9f835</vt:lpwstr>
  </property>
  <property fmtid="{D5CDD505-2E9C-101B-9397-08002B2CF9AE}" pid="8" name="MSIP_Label_638202f9-8d41-4950-b014-f183e397b746_ContentBits">
    <vt:lpwstr>0</vt:lpwstr>
  </property>
  <property fmtid="{D5CDD505-2E9C-101B-9397-08002B2CF9AE}" pid="9" name="MSIP_Label_638202f9-8d41-4950-b014-f183e397b746_Tag">
    <vt:lpwstr>10, 3, 0, 1</vt:lpwstr>
  </property>
</Properties>
</file>