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36576000" cy="32918400"/>
  <p:notesSz cx="7010400" cy="9296400"/>
  <p:embeddedFontLst>
    <p:embeddedFont>
      <p:font typeface="Bookman Old Style" panose="02050604050505020204" pitchFamily="18" charset="0"/>
      <p:regular r:id="rId5"/>
      <p:bold r:id="rId6"/>
      <p:italic r:id="rId7"/>
      <p:boldItalic r:id="rId8"/>
    </p:embeddedFont>
    <p:embeddedFont>
      <p:font typeface="Cambria Math" panose="02040503050406030204" pitchFamily="18" charset="0"/>
      <p:regular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08"/>
  </p:normalViewPr>
  <p:slideViewPr>
    <p:cSldViewPr snapToGrid="0">
      <p:cViewPr varScale="1">
        <p:scale>
          <a:sx n="22" d="100"/>
          <a:sy n="22" d="100"/>
        </p:scale>
        <p:origin x="2226" y="120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B0A8F17E-F57E-68BC-4CBB-8F67830F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DABE7498-29F9-A7EC-4C2F-12FB291ADC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85E59AE9-B993-82A0-1AC2-FF9A90D2EE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029DB069-606C-CDD5-E439-7B158CE0B3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105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BC7CFDD5-831D-E3E7-68E8-FC42B13E66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24650"/>
            <a:ext cx="36576000" cy="304691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7D42A4D-F7CF-65E2-FEA4-6632CC5ADE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24650"/>
            <a:ext cx="36576000" cy="30469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4DF7C944-6610-48CD-BAD0-FF2AE5DE4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600F7F6-F07B-2D92-CFB6-B01BCCF0A8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365" t="9167" b="20446"/>
          <a:stretch>
            <a:fillRect/>
          </a:stretch>
        </p:blipFill>
        <p:spPr>
          <a:xfrm>
            <a:off x="11753847" y="16549913"/>
            <a:ext cx="10402891" cy="272868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2D42F33-4E03-3495-F56B-36E23FBD1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7365" t="8936" b="23926"/>
          <a:stretch>
            <a:fillRect/>
          </a:stretch>
        </p:blipFill>
        <p:spPr>
          <a:xfrm>
            <a:off x="11753848" y="13601700"/>
            <a:ext cx="10402891" cy="260270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110FD5C-EF9C-9251-C2EA-F7E2181D36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365" t="8838" b="24025"/>
          <a:stretch>
            <a:fillRect/>
          </a:stretch>
        </p:blipFill>
        <p:spPr>
          <a:xfrm>
            <a:off x="11753850" y="10668001"/>
            <a:ext cx="10402891" cy="26027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89EDD-EB50-87E9-C2F7-938841E495EB}"/>
              </a:ext>
            </a:extLst>
          </p:cNvPr>
          <p:cNvSpPr txBox="1"/>
          <p:nvPr/>
        </p:nvSpPr>
        <p:spPr>
          <a:xfrm>
            <a:off x="10524560" y="10637938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1.0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38412-D8C0-1CDF-1055-644F05968541}"/>
              </a:ext>
            </a:extLst>
          </p:cNvPr>
          <p:cNvSpPr txBox="1"/>
          <p:nvPr/>
        </p:nvSpPr>
        <p:spPr>
          <a:xfrm>
            <a:off x="10525354" y="11210926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E78663-82BA-A583-151B-3706004DDA9F}"/>
              </a:ext>
            </a:extLst>
          </p:cNvPr>
          <p:cNvSpPr txBox="1"/>
          <p:nvPr/>
        </p:nvSpPr>
        <p:spPr>
          <a:xfrm>
            <a:off x="10524559" y="11779634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06AEE-4D5C-2A10-C73E-6F1CA3E051FD}"/>
              </a:ext>
            </a:extLst>
          </p:cNvPr>
          <p:cNvSpPr txBox="1"/>
          <p:nvPr/>
        </p:nvSpPr>
        <p:spPr>
          <a:xfrm>
            <a:off x="10524558" y="12350746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1FD459-E15B-2B2C-5FA0-CB7D9035C752}"/>
              </a:ext>
            </a:extLst>
          </p:cNvPr>
          <p:cNvSpPr txBox="1"/>
          <p:nvPr/>
        </p:nvSpPr>
        <p:spPr>
          <a:xfrm>
            <a:off x="10524558" y="12919866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683994-0E6A-2A44-ECC4-1C3F12D102CD}"/>
              </a:ext>
            </a:extLst>
          </p:cNvPr>
          <p:cNvSpPr txBox="1"/>
          <p:nvPr/>
        </p:nvSpPr>
        <p:spPr>
          <a:xfrm>
            <a:off x="10524558" y="13597138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BC77C-C51E-7F9B-EC01-2E58371FE8A4}"/>
              </a:ext>
            </a:extLst>
          </p:cNvPr>
          <p:cNvSpPr txBox="1"/>
          <p:nvPr/>
        </p:nvSpPr>
        <p:spPr>
          <a:xfrm>
            <a:off x="10524558" y="1415911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4EAB29-3909-0A67-9E10-1FFD992C7427}"/>
              </a:ext>
            </a:extLst>
          </p:cNvPr>
          <p:cNvSpPr txBox="1"/>
          <p:nvPr/>
        </p:nvSpPr>
        <p:spPr>
          <a:xfrm>
            <a:off x="10524557" y="1472070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-0.15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93E2B9-51C0-3A8D-57F1-82773F0BE6C6}"/>
              </a:ext>
            </a:extLst>
          </p:cNvPr>
          <p:cNvSpPr txBox="1"/>
          <p:nvPr/>
        </p:nvSpPr>
        <p:spPr>
          <a:xfrm>
            <a:off x="10524556" y="1528247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C42B2E-28AD-5C13-FDCD-9A2A57BAC558}"/>
              </a:ext>
            </a:extLst>
          </p:cNvPr>
          <p:cNvSpPr txBox="1"/>
          <p:nvPr/>
        </p:nvSpPr>
        <p:spPr>
          <a:xfrm>
            <a:off x="10524555" y="1584345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-0.25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56D6AA-29BD-3892-B4B6-FE1459DD0899}"/>
              </a:ext>
            </a:extLst>
          </p:cNvPr>
          <p:cNvSpPr txBox="1"/>
          <p:nvPr/>
        </p:nvSpPr>
        <p:spPr>
          <a:xfrm>
            <a:off x="10524555" y="16576570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2B1AE8-1078-FC39-D5AD-59890634BF53}"/>
              </a:ext>
            </a:extLst>
          </p:cNvPr>
          <p:cNvSpPr txBox="1"/>
          <p:nvPr/>
        </p:nvSpPr>
        <p:spPr>
          <a:xfrm>
            <a:off x="10524555" y="17328737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C8C04D-577D-8303-89C6-106FEFDBF8C8}"/>
              </a:ext>
            </a:extLst>
          </p:cNvPr>
          <p:cNvSpPr txBox="1"/>
          <p:nvPr/>
        </p:nvSpPr>
        <p:spPr>
          <a:xfrm>
            <a:off x="10524555" y="18080244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3D3D04-CBEC-E2BA-3FB1-34BBEF6FBF6F}"/>
              </a:ext>
            </a:extLst>
          </p:cNvPr>
          <p:cNvSpPr txBox="1"/>
          <p:nvPr/>
        </p:nvSpPr>
        <p:spPr>
          <a:xfrm>
            <a:off x="10524555" y="18832935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065937-8518-4E48-98A5-CA1910DD9F80}"/>
              </a:ext>
            </a:extLst>
          </p:cNvPr>
          <p:cNvSpPr txBox="1"/>
          <p:nvPr/>
        </p:nvSpPr>
        <p:spPr>
          <a:xfrm>
            <a:off x="9758238" y="17598246"/>
            <a:ext cx="12303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/>
              <a:t>-(CV)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D77102-F2D8-287C-988F-C35FFB8FBAB8}"/>
              </a:ext>
            </a:extLst>
          </p:cNvPr>
          <p:cNvSpPr txBox="1"/>
          <p:nvPr/>
        </p:nvSpPr>
        <p:spPr>
          <a:xfrm>
            <a:off x="9758238" y="14671588"/>
            <a:ext cx="12303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/>
              <a:t>-(Gini)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DD8E4F-24F1-FB7E-030A-02500C53900C}"/>
              </a:ext>
            </a:extLst>
          </p:cNvPr>
          <p:cNvSpPr txBox="1"/>
          <p:nvPr/>
        </p:nvSpPr>
        <p:spPr>
          <a:xfrm>
            <a:off x="9758238" y="11758887"/>
            <a:ext cx="12303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/>
              <a:t>R</a:t>
            </a:r>
            <a:r>
              <a:rPr lang="en-US" sz="2200" baseline="30000" dirty="0"/>
              <a:t>2</a:t>
            </a:r>
            <a:endParaRPr lang="en-US" sz="2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3B66B7-6C4C-1237-01A8-A04FA84DB327}"/>
                  </a:ext>
                </a:extLst>
              </p:cNvPr>
              <p:cNvSpPr txBox="1"/>
              <p:nvPr/>
            </p:nvSpPr>
            <p:spPr>
              <a:xfrm>
                <a:off x="12453367" y="19189358"/>
                <a:ext cx="26104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=50</m:t>
                      </m:r>
                    </m:oMath>
                  </m:oMathPara>
                </a14:m>
                <a:endParaRPr lang="en-US" sz="24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3B66B7-6C4C-1237-01A8-A04FA84DB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3367" y="19189358"/>
                <a:ext cx="261042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6804A43-76BE-1DDD-7690-CB4808D2B7E3}"/>
                  </a:ext>
                </a:extLst>
              </p:cNvPr>
              <p:cNvSpPr txBox="1"/>
              <p:nvPr/>
            </p:nvSpPr>
            <p:spPr>
              <a:xfrm>
                <a:off x="15513274" y="19191117"/>
                <a:ext cx="26104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=45</m:t>
                      </m:r>
                    </m:oMath>
                  </m:oMathPara>
                </a14:m>
                <a:endParaRPr lang="en-US" sz="24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6804A43-76BE-1DDD-7690-CB4808D2B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3274" y="19191117"/>
                <a:ext cx="261042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8024D3-D366-5D7C-8F94-6661EA5A0359}"/>
                  </a:ext>
                </a:extLst>
              </p:cNvPr>
              <p:cNvSpPr txBox="1"/>
              <p:nvPr/>
            </p:nvSpPr>
            <p:spPr>
              <a:xfrm>
                <a:off x="18573182" y="19189357"/>
                <a:ext cx="26104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=22</m:t>
                      </m:r>
                    </m:oMath>
                  </m:oMathPara>
                </a14:m>
                <a:endParaRPr lang="en-US" sz="2400" dirty="0">
                  <a:latin typeface="Bookman Old Style" panose="02050604050505020204" pitchFamily="18" charset="0"/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8024D3-D366-5D7C-8F94-6661EA5A0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3182" y="19189357"/>
                <a:ext cx="261042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Graphic 33">
            <a:extLst>
              <a:ext uri="{FF2B5EF4-FFF2-40B4-BE49-F238E27FC236}">
                <a16:creationId xmlns:a16="http://schemas.microsoft.com/office/drawing/2014/main" id="{D745529D-8F4B-A265-F40E-FB4FB305CA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964041" y="9328049"/>
            <a:ext cx="1582997" cy="1286959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9D2D61B5-D960-42EB-6B91-EBDDF524A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895962" y="9927169"/>
            <a:ext cx="1845043" cy="635134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9D345542-A74C-76FC-0811-F7670E9459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136168" y="9425325"/>
            <a:ext cx="1483077" cy="115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108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3715</TotalTime>
  <Words>41</Words>
  <Application>Microsoft Office PowerPoint</Application>
  <PresentationFormat>Custom</PresentationFormat>
  <Paragraphs>22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Bookman Old Style</vt:lpstr>
      <vt:lpstr>Calibri</vt:lpstr>
      <vt:lpstr>Cambria Math</vt:lpstr>
      <vt:lpstr>Arial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192</cp:revision>
  <dcterms:created xsi:type="dcterms:W3CDTF">2014-10-11T23:18:25Z</dcterms:created>
  <dcterms:modified xsi:type="dcterms:W3CDTF">2026-05-18T19:29:35Z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