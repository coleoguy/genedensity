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6576000" cy="32918400"/>
  <p:notesSz cx="7010400" cy="92964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ambria Math" panose="02040503050406030204" pitchFamily="18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28B"/>
    <a:srgbClr val="440154"/>
    <a:srgbClr val="5DC863"/>
    <a:srgbClr val="2C728E"/>
    <a:srgbClr val="21908C"/>
    <a:srgbClr val="27AD81"/>
    <a:srgbClr val="AADC32"/>
    <a:srgbClr val="FDE725"/>
    <a:srgbClr val="472D7B"/>
    <a:srgbClr val="44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8"/>
  </p:normalViewPr>
  <p:slideViewPr>
    <p:cSldViewPr snapToGrid="0">
      <p:cViewPr>
        <p:scale>
          <a:sx n="50" d="100"/>
          <a:sy n="50" d="100"/>
        </p:scale>
        <p:origin x="-1062" y="-2436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B54C21-A597-1F93-DA28-DD851FF3B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65" t="9167" b="20446"/>
          <a:stretch>
            <a:fillRect/>
          </a:stretch>
        </p:blipFill>
        <p:spPr>
          <a:xfrm>
            <a:off x="11753847" y="16549913"/>
            <a:ext cx="10402891" cy="272868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3946E7B-67AF-4CA4-B944-21E8965C0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365" t="8936" b="23926"/>
          <a:stretch>
            <a:fillRect/>
          </a:stretch>
        </p:blipFill>
        <p:spPr>
          <a:xfrm>
            <a:off x="11753848" y="13601700"/>
            <a:ext cx="10402891" cy="260270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F07C57D-F5CE-2A3C-58C4-354555A86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365" t="8838" b="24025"/>
          <a:stretch>
            <a:fillRect/>
          </a:stretch>
        </p:blipFill>
        <p:spPr>
          <a:xfrm>
            <a:off x="11753850" y="10668001"/>
            <a:ext cx="10402891" cy="2602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25AB9B-AEE9-187D-380C-29098A17A4AC}"/>
              </a:ext>
            </a:extLst>
          </p:cNvPr>
          <p:cNvSpPr txBox="1"/>
          <p:nvPr/>
        </p:nvSpPr>
        <p:spPr>
          <a:xfrm>
            <a:off x="10524560" y="10637938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1.0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1EE65-EC9E-1F51-8681-5055DA25CE9E}"/>
              </a:ext>
            </a:extLst>
          </p:cNvPr>
          <p:cNvSpPr txBox="1"/>
          <p:nvPr/>
        </p:nvSpPr>
        <p:spPr>
          <a:xfrm>
            <a:off x="10525354" y="11210926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0.8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6C664-1BD3-74C3-5CB2-4FB6E56B9A03}"/>
              </a:ext>
            </a:extLst>
          </p:cNvPr>
          <p:cNvSpPr txBox="1"/>
          <p:nvPr/>
        </p:nvSpPr>
        <p:spPr>
          <a:xfrm>
            <a:off x="10524559" y="11779634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0.6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3E102-10EF-3EB6-91C1-031277A4852F}"/>
              </a:ext>
            </a:extLst>
          </p:cNvPr>
          <p:cNvSpPr txBox="1"/>
          <p:nvPr/>
        </p:nvSpPr>
        <p:spPr>
          <a:xfrm>
            <a:off x="10524558" y="12350746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0.4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1C6A7-B366-07F0-01A7-596723EE1617}"/>
              </a:ext>
            </a:extLst>
          </p:cNvPr>
          <p:cNvSpPr txBox="1"/>
          <p:nvPr/>
        </p:nvSpPr>
        <p:spPr>
          <a:xfrm>
            <a:off x="10524558" y="12919866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FEE44-9692-C1B7-C84E-31C3401B1E64}"/>
              </a:ext>
            </a:extLst>
          </p:cNvPr>
          <p:cNvSpPr txBox="1"/>
          <p:nvPr/>
        </p:nvSpPr>
        <p:spPr>
          <a:xfrm>
            <a:off x="10524558" y="13597138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ED884-A9C5-289B-9542-0F2BB749BBDA}"/>
              </a:ext>
            </a:extLst>
          </p:cNvPr>
          <p:cNvSpPr txBox="1"/>
          <p:nvPr/>
        </p:nvSpPr>
        <p:spPr>
          <a:xfrm>
            <a:off x="10524558" y="14159113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60286-C2D6-B2D2-9C1E-BFC093A736C7}"/>
              </a:ext>
            </a:extLst>
          </p:cNvPr>
          <p:cNvSpPr txBox="1"/>
          <p:nvPr/>
        </p:nvSpPr>
        <p:spPr>
          <a:xfrm>
            <a:off x="10524557" y="14720703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0B0A3C-055C-53A8-5CF9-6AC9F1B7E30D}"/>
              </a:ext>
            </a:extLst>
          </p:cNvPr>
          <p:cNvSpPr txBox="1"/>
          <p:nvPr/>
        </p:nvSpPr>
        <p:spPr>
          <a:xfrm>
            <a:off x="10524556" y="15282473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6C3679-3BB0-DC23-6173-36F4AAF78602}"/>
              </a:ext>
            </a:extLst>
          </p:cNvPr>
          <p:cNvSpPr txBox="1"/>
          <p:nvPr/>
        </p:nvSpPr>
        <p:spPr>
          <a:xfrm>
            <a:off x="10524555" y="15843453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2C649-653C-6FE8-02C9-A44303C35B34}"/>
              </a:ext>
            </a:extLst>
          </p:cNvPr>
          <p:cNvSpPr txBox="1"/>
          <p:nvPr/>
        </p:nvSpPr>
        <p:spPr>
          <a:xfrm>
            <a:off x="10524555" y="16576570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2326F5-CEF2-5DF9-852D-587B962300F2}"/>
              </a:ext>
            </a:extLst>
          </p:cNvPr>
          <p:cNvSpPr txBox="1"/>
          <p:nvPr/>
        </p:nvSpPr>
        <p:spPr>
          <a:xfrm>
            <a:off x="10524555" y="17328737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A0BE6A-8C31-4BE8-6B35-9EC81AA53B86}"/>
              </a:ext>
            </a:extLst>
          </p:cNvPr>
          <p:cNvSpPr txBox="1"/>
          <p:nvPr/>
        </p:nvSpPr>
        <p:spPr>
          <a:xfrm>
            <a:off x="10524555" y="18080244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AD3DA-87BF-AAE0-DE12-02523AD513D8}"/>
              </a:ext>
            </a:extLst>
          </p:cNvPr>
          <p:cNvSpPr txBox="1"/>
          <p:nvPr/>
        </p:nvSpPr>
        <p:spPr>
          <a:xfrm>
            <a:off x="10524555" y="18832935"/>
            <a:ext cx="123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-0.7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501544-7509-3D50-AE21-C96EEF14C384}"/>
              </a:ext>
            </a:extLst>
          </p:cNvPr>
          <p:cNvSpPr txBox="1"/>
          <p:nvPr/>
        </p:nvSpPr>
        <p:spPr>
          <a:xfrm>
            <a:off x="9758238" y="17598246"/>
            <a:ext cx="123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-(CV)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88191E-395C-C92C-2DEB-A90678AB00D9}"/>
              </a:ext>
            </a:extLst>
          </p:cNvPr>
          <p:cNvSpPr txBox="1"/>
          <p:nvPr/>
        </p:nvSpPr>
        <p:spPr>
          <a:xfrm>
            <a:off x="9758238" y="14671588"/>
            <a:ext cx="123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-(Gini)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E7315D-B59C-DA2C-C7FA-C2159F394EBB}"/>
              </a:ext>
            </a:extLst>
          </p:cNvPr>
          <p:cNvSpPr txBox="1"/>
          <p:nvPr/>
        </p:nvSpPr>
        <p:spPr>
          <a:xfrm>
            <a:off x="9758238" y="11758887"/>
            <a:ext cx="123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R</a:t>
            </a:r>
            <a:r>
              <a:rPr lang="en-US" sz="2200" baseline="30000" dirty="0"/>
              <a:t>2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1BEDCB-BD60-FC96-1D61-8E4A3C53F058}"/>
                  </a:ext>
                </a:extLst>
              </p:cNvPr>
              <p:cNvSpPr txBox="1"/>
              <p:nvPr/>
            </p:nvSpPr>
            <p:spPr>
              <a:xfrm>
                <a:off x="12453367" y="19189358"/>
                <a:ext cx="2610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sz="2400" dirty="0"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1BEDCB-BD60-FC96-1D61-8E4A3C53F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3367" y="19189358"/>
                <a:ext cx="261042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20B30E-C09A-D835-DCAC-CEF402921BBE}"/>
                  </a:ext>
                </a:extLst>
              </p:cNvPr>
              <p:cNvSpPr txBox="1"/>
              <p:nvPr/>
            </p:nvSpPr>
            <p:spPr>
              <a:xfrm>
                <a:off x="15513274" y="19191117"/>
                <a:ext cx="2610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sz="2400" dirty="0"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20B30E-C09A-D835-DCAC-CEF40292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3274" y="19191117"/>
                <a:ext cx="261042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98B2BE-CC9B-EBBC-9E9C-48C642AF6D6C}"/>
                  </a:ext>
                </a:extLst>
              </p:cNvPr>
              <p:cNvSpPr txBox="1"/>
              <p:nvPr/>
            </p:nvSpPr>
            <p:spPr>
              <a:xfrm>
                <a:off x="18573182" y="19189357"/>
                <a:ext cx="2610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=22</m:t>
                      </m:r>
                    </m:oMath>
                  </m:oMathPara>
                </a14:m>
                <a:endParaRPr lang="en-US" sz="2400" dirty="0"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98B2BE-CC9B-EBBC-9E9C-48C642AF6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3182" y="19189357"/>
                <a:ext cx="261042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Graphic 33">
            <a:extLst>
              <a:ext uri="{FF2B5EF4-FFF2-40B4-BE49-F238E27FC236}">
                <a16:creationId xmlns:a16="http://schemas.microsoft.com/office/drawing/2014/main" id="{0A425F3F-3C89-D387-5D8E-55A597957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64041" y="9328049"/>
            <a:ext cx="1582997" cy="1286959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47D21C52-8847-43AA-D215-8237BB855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95962" y="9927169"/>
            <a:ext cx="1845043" cy="63513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3612846-2D1E-2A17-9636-22DB9EB9C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36168" y="9425325"/>
            <a:ext cx="1483077" cy="1158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3715</TotalTime>
  <Words>40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Cambria Math</vt:lpstr>
      <vt:lpstr>Arial</vt:lpstr>
      <vt:lpstr>Bookman Old Style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191</cp:revision>
  <dcterms:created xsi:type="dcterms:W3CDTF">2014-10-11T23:18:25Z</dcterms:created>
  <dcterms:modified xsi:type="dcterms:W3CDTF">2026-05-18T03:29:09Z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