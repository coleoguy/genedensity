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metadata" ContentType="application/binary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48" r:id="rId1"/>
  </p:sldMasterIdLst>
  <p:notesMasterIdLst>
    <p:notesMasterId r:id="rId4"/>
  </p:notesMasterIdLst>
  <p:sldIdLst>
    <p:sldId id="257" r:id="rId2"/>
    <p:sldId id="256" r:id="rId3"/>
  </p:sldIdLst>
  <p:sldSz cx="36576000" cy="32918400"/>
  <p:notesSz cx="7010400" cy="9296400"/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10369">
          <p15:clr>
            <a:srgbClr val="A4A3A4"/>
          </p15:clr>
        </p15:guide>
        <p15:guide id="2" pos="11521">
          <p15:clr>
            <a:srgbClr val="A4A3A4"/>
          </p15:clr>
        </p15:guide>
      </p15:sldGuideLst>
    </p:ext>
    <p:ext uri="http://customooxmlschemas.google.com/">
      <go:slidesCustomData xmlns="" xmlns:mc="http://schemas.openxmlformats.org/markup-compatibility/2006" xmlns:mv="urn:schemas-microsoft-com:mac:vml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xmlns:go="http://customooxmlschemas.google.com/" r:id="rId10" roundtripDataSignature="AMtx7mhiytGPk8UOxiAGs9KaAxakDbg4SQ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3B528B"/>
    <a:srgbClr val="440154"/>
    <a:srgbClr val="5DC863"/>
    <a:srgbClr val="2C728E"/>
    <a:srgbClr val="21908C"/>
    <a:srgbClr val="27AD81"/>
    <a:srgbClr val="AADC32"/>
    <a:srgbClr val="FDE725"/>
    <a:srgbClr val="472D7B"/>
    <a:srgbClr val="440256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6523"/>
    <p:restoredTop sz="94708"/>
  </p:normalViewPr>
  <p:slideViewPr>
    <p:cSldViewPr snapToGrid="0">
      <p:cViewPr varScale="1">
        <p:scale>
          <a:sx n="22" d="100"/>
          <a:sy n="22" d="100"/>
        </p:scale>
        <p:origin x="2226" y="102"/>
      </p:cViewPr>
      <p:guideLst>
        <p:guide orient="horz" pos="10369"/>
        <p:guide pos="11521"/>
      </p:guideLst>
    </p:cSldViewPr>
  </p:slideViewPr>
  <p:notesTextViewPr>
    <p:cViewPr>
      <p:scale>
        <a:sx n="400" d="100"/>
        <a:sy n="4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theme" Target="theme/theme1.xml"/><Relationship Id="rId3" Type="http://schemas.openxmlformats.org/officeDocument/2006/relationships/slide" Target="slides/slide2.xml"/><Relationship Id="rId12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11" Type="http://schemas.openxmlformats.org/officeDocument/2006/relationships/presProps" Target="presProps.xml"/><Relationship Id="rId10" Type="http://customschemas.google.com/relationships/presentationmetadata" Target="metadata"/><Relationship Id="rId4" Type="http://schemas.openxmlformats.org/officeDocument/2006/relationships/notesMaster" Target="notesMasters/notesMaster1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>
            <a:spLocks noGrp="1"/>
          </p:cNvSpPr>
          <p:nvPr>
            <p:ph type="hdr" idx="2"/>
          </p:nvPr>
        </p:nvSpPr>
        <p:spPr>
          <a:xfrm>
            <a:off x="0" y="0"/>
            <a:ext cx="3038475" cy="4651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3150" tIns="46575" rIns="93150" bIns="46575" anchor="t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6908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6908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6908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6908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6908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6908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6908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6908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4" name="Google Shape;4;n"/>
          <p:cNvSpPr txBox="1">
            <a:spLocks noGrp="1"/>
          </p:cNvSpPr>
          <p:nvPr>
            <p:ph type="dt" idx="10"/>
          </p:nvPr>
        </p:nvSpPr>
        <p:spPr>
          <a:xfrm>
            <a:off x="3970338" y="0"/>
            <a:ext cx="3038475" cy="4651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3150" tIns="46575" rIns="93150" bIns="46575" anchor="t" anchorCtr="0">
            <a:noAutofit/>
          </a:bodyPr>
          <a:lstStyle>
            <a:lvl1pPr marR="0" lvl="0" algn="r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6908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6908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6908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6908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6908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6908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6908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6908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5" name="Google Shape;5;n"/>
          <p:cNvSpPr>
            <a:spLocks noGrp="1" noRot="1" noChangeAspect="1"/>
          </p:cNvSpPr>
          <p:nvPr>
            <p:ph type="sldImg" idx="3"/>
          </p:nvPr>
        </p:nvSpPr>
        <p:spPr>
          <a:xfrm>
            <a:off x="1568450" y="696913"/>
            <a:ext cx="3873500" cy="348615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6" name="Google Shape;6;n"/>
          <p:cNvSpPr txBox="1">
            <a:spLocks noGrp="1"/>
          </p:cNvSpPr>
          <p:nvPr>
            <p:ph type="body" idx="1"/>
          </p:nvPr>
        </p:nvSpPr>
        <p:spPr>
          <a:xfrm>
            <a:off x="701675" y="4416425"/>
            <a:ext cx="5607050" cy="41830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3150" tIns="46575" rIns="93150" bIns="46575" anchor="t" anchorCtr="0">
            <a:noAutofit/>
          </a:bodyPr>
          <a:lstStyle>
            <a:lvl1pPr marL="457200" marR="0" lvl="0" indent="-228600" algn="l" rtl="0">
              <a:spcBef>
                <a:spcPts val="1402"/>
              </a:spcBef>
              <a:spcAft>
                <a:spcPts val="0"/>
              </a:spcAft>
              <a:buSzPts val="1400"/>
              <a:buNone/>
              <a:defRPr sz="4674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228600" algn="l" rtl="0">
              <a:spcBef>
                <a:spcPts val="1402"/>
              </a:spcBef>
              <a:spcAft>
                <a:spcPts val="0"/>
              </a:spcAft>
              <a:buSzPts val="1400"/>
              <a:buNone/>
              <a:defRPr sz="4674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spcBef>
                <a:spcPts val="1402"/>
              </a:spcBef>
              <a:spcAft>
                <a:spcPts val="0"/>
              </a:spcAft>
              <a:buSzPts val="1400"/>
              <a:buNone/>
              <a:defRPr sz="4674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spcBef>
                <a:spcPts val="1402"/>
              </a:spcBef>
              <a:spcAft>
                <a:spcPts val="0"/>
              </a:spcAft>
              <a:buSzPts val="1400"/>
              <a:buNone/>
              <a:defRPr sz="4674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spcBef>
                <a:spcPts val="1402"/>
              </a:spcBef>
              <a:spcAft>
                <a:spcPts val="0"/>
              </a:spcAft>
              <a:buSzPts val="1400"/>
              <a:buNone/>
              <a:defRPr sz="4674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4674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4674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4674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4674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7" name="Google Shape;7;n"/>
          <p:cNvSpPr txBox="1">
            <a:spLocks noGrp="1"/>
          </p:cNvSpPr>
          <p:nvPr>
            <p:ph type="ftr" idx="11"/>
          </p:nvPr>
        </p:nvSpPr>
        <p:spPr>
          <a:xfrm>
            <a:off x="0" y="8829675"/>
            <a:ext cx="3038475" cy="4651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3150" tIns="46575" rIns="93150" bIns="46575" anchor="b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6908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6908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6908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6908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6908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6908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6908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6908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" name="Google Shape;8;n"/>
          <p:cNvSpPr txBox="1">
            <a:spLocks noGrp="1"/>
          </p:cNvSpPr>
          <p:nvPr>
            <p:ph type="sldNum" idx="12"/>
          </p:nvPr>
        </p:nvSpPr>
        <p:spPr>
          <a:xfrm>
            <a:off x="3970338" y="8829675"/>
            <a:ext cx="3038475" cy="4651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3150" tIns="46575" rIns="93150" bIns="46575" anchor="b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4">
          <a:extLst>
            <a:ext uri="{FF2B5EF4-FFF2-40B4-BE49-F238E27FC236}">
              <a16:creationId xmlns:a16="http://schemas.microsoft.com/office/drawing/2014/main" id="{B69C3BEB-C881-D880-21FE-7F12E9CFA8B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:notes">
            <a:extLst>
              <a:ext uri="{FF2B5EF4-FFF2-40B4-BE49-F238E27FC236}">
                <a16:creationId xmlns:a16="http://schemas.microsoft.com/office/drawing/2014/main" id="{99F740B7-D2FC-4352-932F-141C5C91EBD6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1568450" y="696913"/>
            <a:ext cx="3873500" cy="348615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miter lim="800000"/>
            <a:headEnd type="none" w="sm" len="sm"/>
            <a:tailEnd type="none" w="sm" len="sm"/>
          </a:ln>
        </p:spPr>
      </p:sp>
      <p:sp>
        <p:nvSpPr>
          <p:cNvPr id="86" name="Google Shape;86;p1:notes">
            <a:extLst>
              <a:ext uri="{FF2B5EF4-FFF2-40B4-BE49-F238E27FC236}">
                <a16:creationId xmlns:a16="http://schemas.microsoft.com/office/drawing/2014/main" id="{4A07E3BF-2E5A-E044-8B82-95B3D6284B5E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701675" y="4416425"/>
            <a:ext cx="5607050" cy="41830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3150" tIns="46575" rIns="93150" bIns="4657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87" name="Google Shape;87;p1:notes">
            <a:extLst>
              <a:ext uri="{FF2B5EF4-FFF2-40B4-BE49-F238E27FC236}">
                <a16:creationId xmlns:a16="http://schemas.microsoft.com/office/drawing/2014/main" id="{4EA9FA30-70E2-AE48-3BB6-8B3B8C960F6E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970338" y="8829675"/>
            <a:ext cx="3038475" cy="4651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3150" tIns="46575" rIns="93150" bIns="46575" anchor="b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1</a:t>
            </a:fld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1394582138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:notes"/>
          <p:cNvSpPr>
            <a:spLocks noGrp="1" noRot="1" noChangeAspect="1"/>
          </p:cNvSpPr>
          <p:nvPr>
            <p:ph type="sldImg" idx="2"/>
          </p:nvPr>
        </p:nvSpPr>
        <p:spPr>
          <a:xfrm>
            <a:off x="1568450" y="696913"/>
            <a:ext cx="3873500" cy="348615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miter lim="800000"/>
            <a:headEnd type="none" w="sm" len="sm"/>
            <a:tailEnd type="none" w="sm" len="sm"/>
          </a:ln>
        </p:spPr>
      </p:sp>
      <p:sp>
        <p:nvSpPr>
          <p:cNvPr id="86" name="Google Shape;86;p1:notes"/>
          <p:cNvSpPr txBox="1">
            <a:spLocks noGrp="1"/>
          </p:cNvSpPr>
          <p:nvPr>
            <p:ph type="body" idx="1"/>
          </p:nvPr>
        </p:nvSpPr>
        <p:spPr>
          <a:xfrm>
            <a:off x="701675" y="4416425"/>
            <a:ext cx="5607050" cy="41830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3150" tIns="46575" rIns="93150" bIns="4657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87" name="Google Shape;87;p1:notes"/>
          <p:cNvSpPr txBox="1">
            <a:spLocks noGrp="1"/>
          </p:cNvSpPr>
          <p:nvPr>
            <p:ph type="sldNum" idx="12"/>
          </p:nvPr>
        </p:nvSpPr>
        <p:spPr>
          <a:xfrm>
            <a:off x="3970338" y="8829675"/>
            <a:ext cx="3038475" cy="4651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3150" tIns="46575" rIns="93150" bIns="46575" anchor="b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2</a:t>
            </a:fld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3"/>
          <p:cNvSpPr txBox="1">
            <a:spLocks noGrp="1"/>
          </p:cNvSpPr>
          <p:nvPr>
            <p:ph type="dt" idx="10"/>
          </p:nvPr>
        </p:nvSpPr>
        <p:spPr>
          <a:xfrm>
            <a:off x="1829043" y="30510162"/>
            <a:ext cx="8533917" cy="175355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49525" tIns="174750" rIns="349525" bIns="17475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7" name="Google Shape;17;p3"/>
          <p:cNvSpPr txBox="1">
            <a:spLocks noGrp="1"/>
          </p:cNvSpPr>
          <p:nvPr>
            <p:ph type="ftr" idx="11"/>
          </p:nvPr>
        </p:nvSpPr>
        <p:spPr>
          <a:xfrm>
            <a:off x="12496840" y="30510162"/>
            <a:ext cx="11582320" cy="175355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49525" tIns="174750" rIns="349525" bIns="17475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8" name="Google Shape;18;p3"/>
          <p:cNvSpPr txBox="1">
            <a:spLocks noGrp="1"/>
          </p:cNvSpPr>
          <p:nvPr>
            <p:ph type="sldNum" idx="12"/>
          </p:nvPr>
        </p:nvSpPr>
        <p:spPr>
          <a:xfrm>
            <a:off x="26213043" y="30510162"/>
            <a:ext cx="8533917" cy="175355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49525" tIns="174750" rIns="349525" bIns="174750" anchor="ctr" anchorCtr="0">
            <a:noAutofit/>
          </a:bodyPr>
          <a:lstStyle>
            <a:lvl1pPr marL="0" marR="0" lvl="0" indent="0" algn="r">
              <a:spcBef>
                <a:spcPts val="0"/>
              </a:spcBef>
              <a:spcAft>
                <a:spcPts val="0"/>
              </a:spcAft>
              <a:buNone/>
              <a:defRPr sz="4674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spcBef>
                <a:spcPts val="0"/>
              </a:spcBef>
              <a:spcAft>
                <a:spcPts val="0"/>
              </a:spcAft>
              <a:buNone/>
              <a:defRPr sz="4674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spcBef>
                <a:spcPts val="0"/>
              </a:spcBef>
              <a:spcAft>
                <a:spcPts val="0"/>
              </a:spcAft>
              <a:buNone/>
              <a:defRPr sz="4674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spcBef>
                <a:spcPts val="0"/>
              </a:spcBef>
              <a:spcAft>
                <a:spcPts val="0"/>
              </a:spcAft>
              <a:buNone/>
              <a:defRPr sz="4674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spcBef>
                <a:spcPts val="0"/>
              </a:spcBef>
              <a:spcAft>
                <a:spcPts val="0"/>
              </a:spcAft>
              <a:buNone/>
              <a:defRPr sz="4674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spcBef>
                <a:spcPts val="0"/>
              </a:spcBef>
              <a:spcAft>
                <a:spcPts val="0"/>
              </a:spcAft>
              <a:buNone/>
              <a:defRPr sz="4674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spcBef>
                <a:spcPts val="0"/>
              </a:spcBef>
              <a:spcAft>
                <a:spcPts val="0"/>
              </a:spcAft>
              <a:buNone/>
              <a:defRPr sz="4674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spcBef>
                <a:spcPts val="0"/>
              </a:spcBef>
              <a:spcAft>
                <a:spcPts val="0"/>
              </a:spcAft>
              <a:buNone/>
              <a:defRPr sz="4674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spcBef>
                <a:spcPts val="0"/>
              </a:spcBef>
              <a:spcAft>
                <a:spcPts val="0"/>
              </a:spcAft>
              <a:buNone/>
              <a:defRPr sz="4674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Google Shape;20;p4"/>
          <p:cNvSpPr txBox="1">
            <a:spLocks noGrp="1"/>
          </p:cNvSpPr>
          <p:nvPr>
            <p:ph type="ctrTitle"/>
          </p:nvPr>
        </p:nvSpPr>
        <p:spPr>
          <a:xfrm>
            <a:off x="2743201" y="10226044"/>
            <a:ext cx="31089600" cy="70561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49525" tIns="174750" rIns="349525" bIns="17475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1" name="Google Shape;21;p4"/>
          <p:cNvSpPr txBox="1">
            <a:spLocks noGrp="1"/>
          </p:cNvSpPr>
          <p:nvPr>
            <p:ph type="subTitle" idx="1"/>
          </p:nvPr>
        </p:nvSpPr>
        <p:spPr>
          <a:xfrm>
            <a:off x="5486403" y="18653763"/>
            <a:ext cx="25603200" cy="84124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49525" tIns="174750" rIns="349525" bIns="174750" anchor="t" anchorCtr="0">
            <a:noAutofit/>
          </a:bodyPr>
          <a:lstStyle>
            <a:lvl1pPr lvl="0" algn="ctr">
              <a:spcBef>
                <a:spcPts val="2479"/>
              </a:spcBef>
              <a:spcAft>
                <a:spcPts val="0"/>
              </a:spcAft>
              <a:buClr>
                <a:srgbClr val="888888"/>
              </a:buClr>
              <a:buSzPts val="12395"/>
              <a:buNone/>
              <a:defRPr>
                <a:solidFill>
                  <a:srgbClr val="888888"/>
                </a:solidFill>
              </a:defRPr>
            </a:lvl1pPr>
            <a:lvl2pPr lvl="1" algn="ctr">
              <a:spcBef>
                <a:spcPts val="2174"/>
              </a:spcBef>
              <a:spcAft>
                <a:spcPts val="0"/>
              </a:spcAft>
              <a:buClr>
                <a:srgbClr val="888888"/>
              </a:buClr>
              <a:buSzPts val="10871"/>
              <a:buNone/>
              <a:defRPr>
                <a:solidFill>
                  <a:srgbClr val="888888"/>
                </a:solidFill>
              </a:defRPr>
            </a:lvl2pPr>
            <a:lvl3pPr lvl="2" algn="ctr">
              <a:spcBef>
                <a:spcPts val="1869"/>
              </a:spcBef>
              <a:spcAft>
                <a:spcPts val="0"/>
              </a:spcAft>
              <a:buClr>
                <a:srgbClr val="888888"/>
              </a:buClr>
              <a:buSzPts val="9347"/>
              <a:buNone/>
              <a:defRPr>
                <a:solidFill>
                  <a:srgbClr val="888888"/>
                </a:solidFill>
              </a:defRPr>
            </a:lvl3pPr>
            <a:lvl4pPr lvl="3" algn="ctr">
              <a:spcBef>
                <a:spcPts val="1544"/>
              </a:spcBef>
              <a:spcAft>
                <a:spcPts val="0"/>
              </a:spcAft>
              <a:buClr>
                <a:srgbClr val="888888"/>
              </a:buClr>
              <a:buSzPts val="7722"/>
              <a:buNone/>
              <a:defRPr>
                <a:solidFill>
                  <a:srgbClr val="888888"/>
                </a:solidFill>
              </a:defRPr>
            </a:lvl4pPr>
            <a:lvl5pPr lvl="4" algn="ctr">
              <a:spcBef>
                <a:spcPts val="1544"/>
              </a:spcBef>
              <a:spcAft>
                <a:spcPts val="0"/>
              </a:spcAft>
              <a:buClr>
                <a:srgbClr val="888888"/>
              </a:buClr>
              <a:buSzPts val="7722"/>
              <a:buNone/>
              <a:defRPr>
                <a:solidFill>
                  <a:srgbClr val="888888"/>
                </a:solidFill>
              </a:defRPr>
            </a:lvl5pPr>
            <a:lvl6pPr lvl="5" algn="ctr">
              <a:spcBef>
                <a:spcPts val="1544"/>
              </a:spcBef>
              <a:spcAft>
                <a:spcPts val="0"/>
              </a:spcAft>
              <a:buClr>
                <a:srgbClr val="888888"/>
              </a:buClr>
              <a:buSzPts val="7722"/>
              <a:buNone/>
              <a:defRPr>
                <a:solidFill>
                  <a:srgbClr val="888888"/>
                </a:solidFill>
              </a:defRPr>
            </a:lvl6pPr>
            <a:lvl7pPr lvl="6" algn="ctr">
              <a:spcBef>
                <a:spcPts val="1544"/>
              </a:spcBef>
              <a:spcAft>
                <a:spcPts val="0"/>
              </a:spcAft>
              <a:buClr>
                <a:srgbClr val="888888"/>
              </a:buClr>
              <a:buSzPts val="7722"/>
              <a:buNone/>
              <a:defRPr>
                <a:solidFill>
                  <a:srgbClr val="888888"/>
                </a:solidFill>
              </a:defRPr>
            </a:lvl7pPr>
            <a:lvl8pPr lvl="7" algn="ctr">
              <a:spcBef>
                <a:spcPts val="1544"/>
              </a:spcBef>
              <a:spcAft>
                <a:spcPts val="0"/>
              </a:spcAft>
              <a:buClr>
                <a:srgbClr val="888888"/>
              </a:buClr>
              <a:buSzPts val="7722"/>
              <a:buNone/>
              <a:defRPr>
                <a:solidFill>
                  <a:srgbClr val="888888"/>
                </a:solidFill>
              </a:defRPr>
            </a:lvl8pPr>
            <a:lvl9pPr lvl="8" algn="ctr">
              <a:spcBef>
                <a:spcPts val="1544"/>
              </a:spcBef>
              <a:spcAft>
                <a:spcPts val="0"/>
              </a:spcAft>
              <a:buClr>
                <a:srgbClr val="888888"/>
              </a:buClr>
              <a:buSzPts val="7722"/>
              <a:buNone/>
              <a:defRPr>
                <a:solidFill>
                  <a:srgbClr val="888888"/>
                </a:solidFill>
              </a:defRPr>
            </a:lvl9pPr>
          </a:lstStyle>
          <a:p>
            <a:endParaRPr/>
          </a:p>
        </p:txBody>
      </p:sp>
      <p:sp>
        <p:nvSpPr>
          <p:cNvPr id="22" name="Google Shape;22;p4"/>
          <p:cNvSpPr txBox="1">
            <a:spLocks noGrp="1"/>
          </p:cNvSpPr>
          <p:nvPr>
            <p:ph type="dt" idx="10"/>
          </p:nvPr>
        </p:nvSpPr>
        <p:spPr>
          <a:xfrm>
            <a:off x="1829043" y="30510162"/>
            <a:ext cx="8533917" cy="175355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49525" tIns="174750" rIns="349525" bIns="17475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3" name="Google Shape;23;p4"/>
          <p:cNvSpPr txBox="1">
            <a:spLocks noGrp="1"/>
          </p:cNvSpPr>
          <p:nvPr>
            <p:ph type="ftr" idx="11"/>
          </p:nvPr>
        </p:nvSpPr>
        <p:spPr>
          <a:xfrm>
            <a:off x="12496840" y="30510162"/>
            <a:ext cx="11582320" cy="175355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49525" tIns="174750" rIns="349525" bIns="17475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4" name="Google Shape;24;p4"/>
          <p:cNvSpPr txBox="1">
            <a:spLocks noGrp="1"/>
          </p:cNvSpPr>
          <p:nvPr>
            <p:ph type="sldNum" idx="12"/>
          </p:nvPr>
        </p:nvSpPr>
        <p:spPr>
          <a:xfrm>
            <a:off x="26213043" y="30510162"/>
            <a:ext cx="8533917" cy="175355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49525" tIns="174750" rIns="349525" bIns="174750" anchor="ctr" anchorCtr="0">
            <a:noAutofit/>
          </a:bodyPr>
          <a:lstStyle>
            <a:lvl1pPr marL="0" marR="0" lvl="0" indent="0" algn="r">
              <a:spcBef>
                <a:spcPts val="0"/>
              </a:spcBef>
              <a:spcAft>
                <a:spcPts val="0"/>
              </a:spcAft>
              <a:buNone/>
              <a:defRPr sz="4674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spcBef>
                <a:spcPts val="0"/>
              </a:spcBef>
              <a:spcAft>
                <a:spcPts val="0"/>
              </a:spcAft>
              <a:buNone/>
              <a:defRPr sz="4674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spcBef>
                <a:spcPts val="0"/>
              </a:spcBef>
              <a:spcAft>
                <a:spcPts val="0"/>
              </a:spcAft>
              <a:buNone/>
              <a:defRPr sz="4674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spcBef>
                <a:spcPts val="0"/>
              </a:spcBef>
              <a:spcAft>
                <a:spcPts val="0"/>
              </a:spcAft>
              <a:buNone/>
              <a:defRPr sz="4674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spcBef>
                <a:spcPts val="0"/>
              </a:spcBef>
              <a:spcAft>
                <a:spcPts val="0"/>
              </a:spcAft>
              <a:buNone/>
              <a:defRPr sz="4674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spcBef>
                <a:spcPts val="0"/>
              </a:spcBef>
              <a:spcAft>
                <a:spcPts val="0"/>
              </a:spcAft>
              <a:buNone/>
              <a:defRPr sz="4674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spcBef>
                <a:spcPts val="0"/>
              </a:spcBef>
              <a:spcAft>
                <a:spcPts val="0"/>
              </a:spcAft>
              <a:buNone/>
              <a:defRPr sz="4674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spcBef>
                <a:spcPts val="0"/>
              </a:spcBef>
              <a:spcAft>
                <a:spcPts val="0"/>
              </a:spcAft>
              <a:buNone/>
              <a:defRPr sz="4674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spcBef>
                <a:spcPts val="0"/>
              </a:spcBef>
              <a:spcAft>
                <a:spcPts val="0"/>
              </a:spcAft>
              <a:buNone/>
              <a:defRPr sz="4674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Content" type="obj">
  <p:cSld name="OBJECT">
    <p:spTree>
      <p:nvGrpSpPr>
        <p:cNvPr id="1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5"/>
          <p:cNvSpPr txBox="1">
            <a:spLocks noGrp="1"/>
          </p:cNvSpPr>
          <p:nvPr>
            <p:ph type="title"/>
          </p:nvPr>
        </p:nvSpPr>
        <p:spPr>
          <a:xfrm>
            <a:off x="1829042" y="1318072"/>
            <a:ext cx="32917916" cy="5487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49525" tIns="174750" rIns="349525" bIns="17475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7" name="Google Shape;27;p5"/>
          <p:cNvSpPr txBox="1">
            <a:spLocks noGrp="1"/>
          </p:cNvSpPr>
          <p:nvPr>
            <p:ph type="body" idx="1"/>
          </p:nvPr>
        </p:nvSpPr>
        <p:spPr>
          <a:xfrm>
            <a:off x="1829042" y="7680526"/>
            <a:ext cx="32917916" cy="2172495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49525" tIns="174750" rIns="349525" bIns="174750" anchor="t" anchorCtr="0">
            <a:noAutofit/>
          </a:bodyPr>
          <a:lstStyle>
            <a:lvl1pPr marL="457200" lvl="0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28" name="Google Shape;28;p5"/>
          <p:cNvSpPr txBox="1">
            <a:spLocks noGrp="1"/>
          </p:cNvSpPr>
          <p:nvPr>
            <p:ph type="dt" idx="10"/>
          </p:nvPr>
        </p:nvSpPr>
        <p:spPr>
          <a:xfrm>
            <a:off x="1829043" y="30510162"/>
            <a:ext cx="8533917" cy="175355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49525" tIns="174750" rIns="349525" bIns="17475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9" name="Google Shape;29;p5"/>
          <p:cNvSpPr txBox="1">
            <a:spLocks noGrp="1"/>
          </p:cNvSpPr>
          <p:nvPr>
            <p:ph type="ftr" idx="11"/>
          </p:nvPr>
        </p:nvSpPr>
        <p:spPr>
          <a:xfrm>
            <a:off x="12496840" y="30510162"/>
            <a:ext cx="11582320" cy="175355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49525" tIns="174750" rIns="349525" bIns="17475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0" name="Google Shape;30;p5"/>
          <p:cNvSpPr txBox="1">
            <a:spLocks noGrp="1"/>
          </p:cNvSpPr>
          <p:nvPr>
            <p:ph type="sldNum" idx="12"/>
          </p:nvPr>
        </p:nvSpPr>
        <p:spPr>
          <a:xfrm>
            <a:off x="26213043" y="30510162"/>
            <a:ext cx="8533917" cy="175355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49525" tIns="174750" rIns="349525" bIns="174750" anchor="ctr" anchorCtr="0">
            <a:noAutofit/>
          </a:bodyPr>
          <a:lstStyle>
            <a:lvl1pPr marL="0" marR="0" lvl="0" indent="0" algn="r">
              <a:spcBef>
                <a:spcPts val="0"/>
              </a:spcBef>
              <a:spcAft>
                <a:spcPts val="0"/>
              </a:spcAft>
              <a:buNone/>
              <a:defRPr sz="4674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spcBef>
                <a:spcPts val="0"/>
              </a:spcBef>
              <a:spcAft>
                <a:spcPts val="0"/>
              </a:spcAft>
              <a:buNone/>
              <a:defRPr sz="4674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spcBef>
                <a:spcPts val="0"/>
              </a:spcBef>
              <a:spcAft>
                <a:spcPts val="0"/>
              </a:spcAft>
              <a:buNone/>
              <a:defRPr sz="4674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spcBef>
                <a:spcPts val="0"/>
              </a:spcBef>
              <a:spcAft>
                <a:spcPts val="0"/>
              </a:spcAft>
              <a:buNone/>
              <a:defRPr sz="4674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spcBef>
                <a:spcPts val="0"/>
              </a:spcBef>
              <a:spcAft>
                <a:spcPts val="0"/>
              </a:spcAft>
              <a:buNone/>
              <a:defRPr sz="4674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spcBef>
                <a:spcPts val="0"/>
              </a:spcBef>
              <a:spcAft>
                <a:spcPts val="0"/>
              </a:spcAft>
              <a:buNone/>
              <a:defRPr sz="4674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spcBef>
                <a:spcPts val="0"/>
              </a:spcBef>
              <a:spcAft>
                <a:spcPts val="0"/>
              </a:spcAft>
              <a:buNone/>
              <a:defRPr sz="4674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spcBef>
                <a:spcPts val="0"/>
              </a:spcBef>
              <a:spcAft>
                <a:spcPts val="0"/>
              </a:spcAft>
              <a:buNone/>
              <a:defRPr sz="4674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spcBef>
                <a:spcPts val="0"/>
              </a:spcBef>
              <a:spcAft>
                <a:spcPts val="0"/>
              </a:spcAft>
              <a:buNone/>
              <a:defRPr sz="4674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Google Shape;32;p6"/>
          <p:cNvSpPr txBox="1">
            <a:spLocks noGrp="1"/>
          </p:cNvSpPr>
          <p:nvPr>
            <p:ph type="title"/>
          </p:nvPr>
        </p:nvSpPr>
        <p:spPr>
          <a:xfrm>
            <a:off x="2889253" y="21153122"/>
            <a:ext cx="31089600" cy="65379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49525" tIns="174750" rIns="349525" bIns="174750" anchor="t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5545" b="1" cap="none"/>
            </a:lvl1pPr>
            <a:lvl2pPr lvl="1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3" name="Google Shape;33;p6"/>
          <p:cNvSpPr txBox="1">
            <a:spLocks noGrp="1"/>
          </p:cNvSpPr>
          <p:nvPr>
            <p:ph type="body" idx="1"/>
          </p:nvPr>
        </p:nvSpPr>
        <p:spPr>
          <a:xfrm>
            <a:off x="2889253" y="13952226"/>
            <a:ext cx="31089600" cy="720089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49525" tIns="174750" rIns="349525" bIns="174750" anchor="b" anchorCtr="0">
            <a:noAutofit/>
          </a:bodyPr>
          <a:lstStyle>
            <a:lvl1pPr marL="457200" lvl="0" indent="-228600" algn="l">
              <a:spcBef>
                <a:spcPts val="1544"/>
              </a:spcBef>
              <a:spcAft>
                <a:spcPts val="0"/>
              </a:spcAft>
              <a:buClr>
                <a:srgbClr val="888888"/>
              </a:buClr>
              <a:buSzPts val="7722"/>
              <a:buNone/>
              <a:defRPr sz="7722">
                <a:solidFill>
                  <a:srgbClr val="888888"/>
                </a:solidFill>
              </a:defRPr>
            </a:lvl1pPr>
            <a:lvl2pPr marL="914400" lvl="1" indent="-228600" algn="l">
              <a:spcBef>
                <a:spcPts val="1382"/>
              </a:spcBef>
              <a:spcAft>
                <a:spcPts val="0"/>
              </a:spcAft>
              <a:buClr>
                <a:srgbClr val="888888"/>
              </a:buClr>
              <a:buSzPts val="6909"/>
              <a:buNone/>
              <a:defRPr sz="6908">
                <a:solidFill>
                  <a:srgbClr val="888888"/>
                </a:solidFill>
              </a:defRPr>
            </a:lvl2pPr>
            <a:lvl3pPr marL="1371600" lvl="2" indent="-228600" algn="l">
              <a:spcBef>
                <a:spcPts val="1240"/>
              </a:spcBef>
              <a:spcAft>
                <a:spcPts val="0"/>
              </a:spcAft>
              <a:buClr>
                <a:srgbClr val="888888"/>
              </a:buClr>
              <a:buSzPts val="6198"/>
              <a:buNone/>
              <a:defRPr sz="6198">
                <a:solidFill>
                  <a:srgbClr val="888888"/>
                </a:solidFill>
              </a:defRPr>
            </a:lvl3pPr>
            <a:lvl4pPr marL="1828800" lvl="3" indent="-228600" algn="l">
              <a:spcBef>
                <a:spcPts val="1097"/>
              </a:spcBef>
              <a:spcAft>
                <a:spcPts val="0"/>
              </a:spcAft>
              <a:buClr>
                <a:srgbClr val="888888"/>
              </a:buClr>
              <a:buSzPts val="5486"/>
              <a:buNone/>
              <a:defRPr sz="5486">
                <a:solidFill>
                  <a:srgbClr val="888888"/>
                </a:solidFill>
              </a:defRPr>
            </a:lvl4pPr>
            <a:lvl5pPr marL="2286000" lvl="4" indent="-228600" algn="l">
              <a:spcBef>
                <a:spcPts val="1097"/>
              </a:spcBef>
              <a:spcAft>
                <a:spcPts val="0"/>
              </a:spcAft>
              <a:buClr>
                <a:srgbClr val="888888"/>
              </a:buClr>
              <a:buSzPts val="5486"/>
              <a:buNone/>
              <a:defRPr sz="5486">
                <a:solidFill>
                  <a:srgbClr val="888888"/>
                </a:solidFill>
              </a:defRPr>
            </a:lvl5pPr>
            <a:lvl6pPr marL="2743200" lvl="5" indent="-228600" algn="l">
              <a:spcBef>
                <a:spcPts val="1097"/>
              </a:spcBef>
              <a:spcAft>
                <a:spcPts val="0"/>
              </a:spcAft>
              <a:buClr>
                <a:srgbClr val="888888"/>
              </a:buClr>
              <a:buSzPts val="5486"/>
              <a:buNone/>
              <a:defRPr sz="5486">
                <a:solidFill>
                  <a:srgbClr val="888888"/>
                </a:solidFill>
              </a:defRPr>
            </a:lvl6pPr>
            <a:lvl7pPr marL="3200400" lvl="6" indent="-228600" algn="l">
              <a:spcBef>
                <a:spcPts val="1097"/>
              </a:spcBef>
              <a:spcAft>
                <a:spcPts val="0"/>
              </a:spcAft>
              <a:buClr>
                <a:srgbClr val="888888"/>
              </a:buClr>
              <a:buSzPts val="5486"/>
              <a:buNone/>
              <a:defRPr sz="5486">
                <a:solidFill>
                  <a:srgbClr val="888888"/>
                </a:solidFill>
              </a:defRPr>
            </a:lvl7pPr>
            <a:lvl8pPr marL="3657600" lvl="7" indent="-228600" algn="l">
              <a:spcBef>
                <a:spcPts val="1097"/>
              </a:spcBef>
              <a:spcAft>
                <a:spcPts val="0"/>
              </a:spcAft>
              <a:buClr>
                <a:srgbClr val="888888"/>
              </a:buClr>
              <a:buSzPts val="5486"/>
              <a:buNone/>
              <a:defRPr sz="5486">
                <a:solidFill>
                  <a:srgbClr val="888888"/>
                </a:solidFill>
              </a:defRPr>
            </a:lvl8pPr>
            <a:lvl9pPr marL="4114800" lvl="8" indent="-228600" algn="l">
              <a:spcBef>
                <a:spcPts val="1097"/>
              </a:spcBef>
              <a:spcAft>
                <a:spcPts val="0"/>
              </a:spcAft>
              <a:buClr>
                <a:srgbClr val="888888"/>
              </a:buClr>
              <a:buSzPts val="5486"/>
              <a:buNone/>
              <a:defRPr sz="5486">
                <a:solidFill>
                  <a:srgbClr val="888888"/>
                </a:solidFill>
              </a:defRPr>
            </a:lvl9pPr>
          </a:lstStyle>
          <a:p>
            <a:endParaRPr/>
          </a:p>
        </p:txBody>
      </p:sp>
      <p:sp>
        <p:nvSpPr>
          <p:cNvPr id="34" name="Google Shape;34;p6"/>
          <p:cNvSpPr txBox="1">
            <a:spLocks noGrp="1"/>
          </p:cNvSpPr>
          <p:nvPr>
            <p:ph type="dt" idx="10"/>
          </p:nvPr>
        </p:nvSpPr>
        <p:spPr>
          <a:xfrm>
            <a:off x="1829043" y="30510162"/>
            <a:ext cx="8533917" cy="175355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49525" tIns="174750" rIns="349525" bIns="17475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5" name="Google Shape;35;p6"/>
          <p:cNvSpPr txBox="1">
            <a:spLocks noGrp="1"/>
          </p:cNvSpPr>
          <p:nvPr>
            <p:ph type="ftr" idx="11"/>
          </p:nvPr>
        </p:nvSpPr>
        <p:spPr>
          <a:xfrm>
            <a:off x="12496840" y="30510162"/>
            <a:ext cx="11582320" cy="175355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49525" tIns="174750" rIns="349525" bIns="17475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6" name="Google Shape;36;p6"/>
          <p:cNvSpPr txBox="1">
            <a:spLocks noGrp="1"/>
          </p:cNvSpPr>
          <p:nvPr>
            <p:ph type="sldNum" idx="12"/>
          </p:nvPr>
        </p:nvSpPr>
        <p:spPr>
          <a:xfrm>
            <a:off x="26213043" y="30510162"/>
            <a:ext cx="8533917" cy="175355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49525" tIns="174750" rIns="349525" bIns="174750" anchor="ctr" anchorCtr="0">
            <a:noAutofit/>
          </a:bodyPr>
          <a:lstStyle>
            <a:lvl1pPr marL="0" marR="0" lvl="0" indent="0" algn="r">
              <a:spcBef>
                <a:spcPts val="0"/>
              </a:spcBef>
              <a:spcAft>
                <a:spcPts val="0"/>
              </a:spcAft>
              <a:buNone/>
              <a:defRPr sz="4674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spcBef>
                <a:spcPts val="0"/>
              </a:spcBef>
              <a:spcAft>
                <a:spcPts val="0"/>
              </a:spcAft>
              <a:buNone/>
              <a:defRPr sz="4674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spcBef>
                <a:spcPts val="0"/>
              </a:spcBef>
              <a:spcAft>
                <a:spcPts val="0"/>
              </a:spcAft>
              <a:buNone/>
              <a:defRPr sz="4674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spcBef>
                <a:spcPts val="0"/>
              </a:spcBef>
              <a:spcAft>
                <a:spcPts val="0"/>
              </a:spcAft>
              <a:buNone/>
              <a:defRPr sz="4674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spcBef>
                <a:spcPts val="0"/>
              </a:spcBef>
              <a:spcAft>
                <a:spcPts val="0"/>
              </a:spcAft>
              <a:buNone/>
              <a:defRPr sz="4674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spcBef>
                <a:spcPts val="0"/>
              </a:spcBef>
              <a:spcAft>
                <a:spcPts val="0"/>
              </a:spcAft>
              <a:buNone/>
              <a:defRPr sz="4674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spcBef>
                <a:spcPts val="0"/>
              </a:spcBef>
              <a:spcAft>
                <a:spcPts val="0"/>
              </a:spcAft>
              <a:buNone/>
              <a:defRPr sz="4674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spcBef>
                <a:spcPts val="0"/>
              </a:spcBef>
              <a:spcAft>
                <a:spcPts val="0"/>
              </a:spcAft>
              <a:buNone/>
              <a:defRPr sz="4674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spcBef>
                <a:spcPts val="0"/>
              </a:spcBef>
              <a:spcAft>
                <a:spcPts val="0"/>
              </a:spcAft>
              <a:buNone/>
              <a:defRPr sz="4674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wo Content" type="twoObj">
  <p:cSld name="TWO_OBJECTS">
    <p:spTree>
      <p:nvGrpSpPr>
        <p:cNvPr id="1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7"/>
          <p:cNvSpPr txBox="1">
            <a:spLocks noGrp="1"/>
          </p:cNvSpPr>
          <p:nvPr>
            <p:ph type="title"/>
          </p:nvPr>
        </p:nvSpPr>
        <p:spPr>
          <a:xfrm>
            <a:off x="1829042" y="1318072"/>
            <a:ext cx="32917916" cy="5487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49525" tIns="174750" rIns="349525" bIns="17475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9" name="Google Shape;39;p7"/>
          <p:cNvSpPr txBox="1">
            <a:spLocks noGrp="1"/>
          </p:cNvSpPr>
          <p:nvPr>
            <p:ph type="body" idx="1"/>
          </p:nvPr>
        </p:nvSpPr>
        <p:spPr>
          <a:xfrm>
            <a:off x="1828802" y="7680966"/>
            <a:ext cx="16154400" cy="2172462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49525" tIns="174750" rIns="349525" bIns="174750" anchor="t" anchorCtr="0">
            <a:noAutofit/>
          </a:bodyPr>
          <a:lstStyle>
            <a:lvl1pPr marL="457200" lvl="0" indent="-918908" algn="l">
              <a:spcBef>
                <a:spcPts val="2174"/>
              </a:spcBef>
              <a:spcAft>
                <a:spcPts val="0"/>
              </a:spcAft>
              <a:buClr>
                <a:schemeClr val="dk1"/>
              </a:buClr>
              <a:buSzPts val="10871"/>
              <a:buChar char="•"/>
              <a:defRPr sz="10871"/>
            </a:lvl1pPr>
            <a:lvl2pPr marL="914400" lvl="1" indent="-822134" algn="l">
              <a:spcBef>
                <a:spcPts val="1869"/>
              </a:spcBef>
              <a:spcAft>
                <a:spcPts val="0"/>
              </a:spcAft>
              <a:buClr>
                <a:schemeClr val="dk1"/>
              </a:buClr>
              <a:buSzPts val="9347"/>
              <a:buChar char="–"/>
              <a:defRPr sz="9347"/>
            </a:lvl2pPr>
            <a:lvl3pPr marL="1371600" lvl="2" indent="-718947" algn="l">
              <a:spcBef>
                <a:spcPts val="1544"/>
              </a:spcBef>
              <a:spcAft>
                <a:spcPts val="0"/>
              </a:spcAft>
              <a:buClr>
                <a:schemeClr val="dk1"/>
              </a:buClr>
              <a:buSzPts val="7722"/>
              <a:buChar char="•"/>
              <a:defRPr sz="7722"/>
            </a:lvl3pPr>
            <a:lvl4pPr marL="1828800" lvl="3" indent="-667321" algn="l">
              <a:spcBef>
                <a:spcPts val="1382"/>
              </a:spcBef>
              <a:spcAft>
                <a:spcPts val="0"/>
              </a:spcAft>
              <a:buClr>
                <a:schemeClr val="dk1"/>
              </a:buClr>
              <a:buSzPts val="6909"/>
              <a:buChar char="–"/>
              <a:defRPr sz="6908"/>
            </a:lvl4pPr>
            <a:lvl5pPr marL="2286000" lvl="4" indent="-667321" algn="l">
              <a:spcBef>
                <a:spcPts val="1382"/>
              </a:spcBef>
              <a:spcAft>
                <a:spcPts val="0"/>
              </a:spcAft>
              <a:buClr>
                <a:schemeClr val="dk1"/>
              </a:buClr>
              <a:buSzPts val="6909"/>
              <a:buChar char="»"/>
              <a:defRPr sz="6908"/>
            </a:lvl5pPr>
            <a:lvl6pPr marL="2743200" lvl="5" indent="-667321" algn="l">
              <a:spcBef>
                <a:spcPts val="1382"/>
              </a:spcBef>
              <a:spcAft>
                <a:spcPts val="0"/>
              </a:spcAft>
              <a:buClr>
                <a:schemeClr val="dk1"/>
              </a:buClr>
              <a:buSzPts val="6909"/>
              <a:buChar char="•"/>
              <a:defRPr sz="6908"/>
            </a:lvl6pPr>
            <a:lvl7pPr marL="3200400" lvl="6" indent="-667321" algn="l">
              <a:spcBef>
                <a:spcPts val="1382"/>
              </a:spcBef>
              <a:spcAft>
                <a:spcPts val="0"/>
              </a:spcAft>
              <a:buClr>
                <a:schemeClr val="dk1"/>
              </a:buClr>
              <a:buSzPts val="6909"/>
              <a:buChar char="•"/>
              <a:defRPr sz="6908"/>
            </a:lvl7pPr>
            <a:lvl8pPr marL="3657600" lvl="7" indent="-667321" algn="l">
              <a:spcBef>
                <a:spcPts val="1382"/>
              </a:spcBef>
              <a:spcAft>
                <a:spcPts val="0"/>
              </a:spcAft>
              <a:buClr>
                <a:schemeClr val="dk1"/>
              </a:buClr>
              <a:buSzPts val="6909"/>
              <a:buChar char="•"/>
              <a:defRPr sz="6908"/>
            </a:lvl8pPr>
            <a:lvl9pPr marL="4114800" lvl="8" indent="-667321" algn="l">
              <a:spcBef>
                <a:spcPts val="1382"/>
              </a:spcBef>
              <a:spcAft>
                <a:spcPts val="0"/>
              </a:spcAft>
              <a:buClr>
                <a:schemeClr val="dk1"/>
              </a:buClr>
              <a:buSzPts val="6909"/>
              <a:buChar char="•"/>
              <a:defRPr sz="6908"/>
            </a:lvl9pPr>
          </a:lstStyle>
          <a:p>
            <a:endParaRPr/>
          </a:p>
        </p:txBody>
      </p:sp>
      <p:sp>
        <p:nvSpPr>
          <p:cNvPr id="40" name="Google Shape;40;p7"/>
          <p:cNvSpPr txBox="1">
            <a:spLocks noGrp="1"/>
          </p:cNvSpPr>
          <p:nvPr>
            <p:ph type="body" idx="2"/>
          </p:nvPr>
        </p:nvSpPr>
        <p:spPr>
          <a:xfrm>
            <a:off x="18592802" y="7680966"/>
            <a:ext cx="16154400" cy="2172462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49525" tIns="174750" rIns="349525" bIns="174750" anchor="t" anchorCtr="0">
            <a:noAutofit/>
          </a:bodyPr>
          <a:lstStyle>
            <a:lvl1pPr marL="457200" lvl="0" indent="-918908" algn="l">
              <a:spcBef>
                <a:spcPts val="2174"/>
              </a:spcBef>
              <a:spcAft>
                <a:spcPts val="0"/>
              </a:spcAft>
              <a:buClr>
                <a:schemeClr val="dk1"/>
              </a:buClr>
              <a:buSzPts val="10871"/>
              <a:buChar char="•"/>
              <a:defRPr sz="10871"/>
            </a:lvl1pPr>
            <a:lvl2pPr marL="914400" lvl="1" indent="-822134" algn="l">
              <a:spcBef>
                <a:spcPts val="1869"/>
              </a:spcBef>
              <a:spcAft>
                <a:spcPts val="0"/>
              </a:spcAft>
              <a:buClr>
                <a:schemeClr val="dk1"/>
              </a:buClr>
              <a:buSzPts val="9347"/>
              <a:buChar char="–"/>
              <a:defRPr sz="9347"/>
            </a:lvl2pPr>
            <a:lvl3pPr marL="1371600" lvl="2" indent="-718947" algn="l">
              <a:spcBef>
                <a:spcPts val="1544"/>
              </a:spcBef>
              <a:spcAft>
                <a:spcPts val="0"/>
              </a:spcAft>
              <a:buClr>
                <a:schemeClr val="dk1"/>
              </a:buClr>
              <a:buSzPts val="7722"/>
              <a:buChar char="•"/>
              <a:defRPr sz="7722"/>
            </a:lvl3pPr>
            <a:lvl4pPr marL="1828800" lvl="3" indent="-667321" algn="l">
              <a:spcBef>
                <a:spcPts val="1382"/>
              </a:spcBef>
              <a:spcAft>
                <a:spcPts val="0"/>
              </a:spcAft>
              <a:buClr>
                <a:schemeClr val="dk1"/>
              </a:buClr>
              <a:buSzPts val="6909"/>
              <a:buChar char="–"/>
              <a:defRPr sz="6908"/>
            </a:lvl4pPr>
            <a:lvl5pPr marL="2286000" lvl="4" indent="-667321" algn="l">
              <a:spcBef>
                <a:spcPts val="1382"/>
              </a:spcBef>
              <a:spcAft>
                <a:spcPts val="0"/>
              </a:spcAft>
              <a:buClr>
                <a:schemeClr val="dk1"/>
              </a:buClr>
              <a:buSzPts val="6909"/>
              <a:buChar char="»"/>
              <a:defRPr sz="6908"/>
            </a:lvl5pPr>
            <a:lvl6pPr marL="2743200" lvl="5" indent="-667321" algn="l">
              <a:spcBef>
                <a:spcPts val="1382"/>
              </a:spcBef>
              <a:spcAft>
                <a:spcPts val="0"/>
              </a:spcAft>
              <a:buClr>
                <a:schemeClr val="dk1"/>
              </a:buClr>
              <a:buSzPts val="6909"/>
              <a:buChar char="•"/>
              <a:defRPr sz="6908"/>
            </a:lvl6pPr>
            <a:lvl7pPr marL="3200400" lvl="6" indent="-667321" algn="l">
              <a:spcBef>
                <a:spcPts val="1382"/>
              </a:spcBef>
              <a:spcAft>
                <a:spcPts val="0"/>
              </a:spcAft>
              <a:buClr>
                <a:schemeClr val="dk1"/>
              </a:buClr>
              <a:buSzPts val="6909"/>
              <a:buChar char="•"/>
              <a:defRPr sz="6908"/>
            </a:lvl7pPr>
            <a:lvl8pPr marL="3657600" lvl="7" indent="-667321" algn="l">
              <a:spcBef>
                <a:spcPts val="1382"/>
              </a:spcBef>
              <a:spcAft>
                <a:spcPts val="0"/>
              </a:spcAft>
              <a:buClr>
                <a:schemeClr val="dk1"/>
              </a:buClr>
              <a:buSzPts val="6909"/>
              <a:buChar char="•"/>
              <a:defRPr sz="6908"/>
            </a:lvl8pPr>
            <a:lvl9pPr marL="4114800" lvl="8" indent="-667321" algn="l">
              <a:spcBef>
                <a:spcPts val="1382"/>
              </a:spcBef>
              <a:spcAft>
                <a:spcPts val="0"/>
              </a:spcAft>
              <a:buClr>
                <a:schemeClr val="dk1"/>
              </a:buClr>
              <a:buSzPts val="6909"/>
              <a:buChar char="•"/>
              <a:defRPr sz="6908"/>
            </a:lvl9pPr>
          </a:lstStyle>
          <a:p>
            <a:endParaRPr/>
          </a:p>
        </p:txBody>
      </p:sp>
      <p:sp>
        <p:nvSpPr>
          <p:cNvPr id="41" name="Google Shape;41;p7"/>
          <p:cNvSpPr txBox="1">
            <a:spLocks noGrp="1"/>
          </p:cNvSpPr>
          <p:nvPr>
            <p:ph type="dt" idx="10"/>
          </p:nvPr>
        </p:nvSpPr>
        <p:spPr>
          <a:xfrm>
            <a:off x="1829043" y="30510162"/>
            <a:ext cx="8533917" cy="175355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49525" tIns="174750" rIns="349525" bIns="17475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2" name="Google Shape;42;p7"/>
          <p:cNvSpPr txBox="1">
            <a:spLocks noGrp="1"/>
          </p:cNvSpPr>
          <p:nvPr>
            <p:ph type="ftr" idx="11"/>
          </p:nvPr>
        </p:nvSpPr>
        <p:spPr>
          <a:xfrm>
            <a:off x="12496840" y="30510162"/>
            <a:ext cx="11582320" cy="175355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49525" tIns="174750" rIns="349525" bIns="17475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3" name="Google Shape;43;p7"/>
          <p:cNvSpPr txBox="1">
            <a:spLocks noGrp="1"/>
          </p:cNvSpPr>
          <p:nvPr>
            <p:ph type="sldNum" idx="12"/>
          </p:nvPr>
        </p:nvSpPr>
        <p:spPr>
          <a:xfrm>
            <a:off x="26213043" y="30510162"/>
            <a:ext cx="8533917" cy="175355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49525" tIns="174750" rIns="349525" bIns="174750" anchor="ctr" anchorCtr="0">
            <a:noAutofit/>
          </a:bodyPr>
          <a:lstStyle>
            <a:lvl1pPr marL="0" marR="0" lvl="0" indent="0" algn="r">
              <a:spcBef>
                <a:spcPts val="0"/>
              </a:spcBef>
              <a:spcAft>
                <a:spcPts val="0"/>
              </a:spcAft>
              <a:buNone/>
              <a:defRPr sz="4674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spcBef>
                <a:spcPts val="0"/>
              </a:spcBef>
              <a:spcAft>
                <a:spcPts val="0"/>
              </a:spcAft>
              <a:buNone/>
              <a:defRPr sz="4674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spcBef>
                <a:spcPts val="0"/>
              </a:spcBef>
              <a:spcAft>
                <a:spcPts val="0"/>
              </a:spcAft>
              <a:buNone/>
              <a:defRPr sz="4674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spcBef>
                <a:spcPts val="0"/>
              </a:spcBef>
              <a:spcAft>
                <a:spcPts val="0"/>
              </a:spcAft>
              <a:buNone/>
              <a:defRPr sz="4674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spcBef>
                <a:spcPts val="0"/>
              </a:spcBef>
              <a:spcAft>
                <a:spcPts val="0"/>
              </a:spcAft>
              <a:buNone/>
              <a:defRPr sz="4674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spcBef>
                <a:spcPts val="0"/>
              </a:spcBef>
              <a:spcAft>
                <a:spcPts val="0"/>
              </a:spcAft>
              <a:buNone/>
              <a:defRPr sz="4674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spcBef>
                <a:spcPts val="0"/>
              </a:spcBef>
              <a:spcAft>
                <a:spcPts val="0"/>
              </a:spcAft>
              <a:buNone/>
              <a:defRPr sz="4674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spcBef>
                <a:spcPts val="0"/>
              </a:spcBef>
              <a:spcAft>
                <a:spcPts val="0"/>
              </a:spcAft>
              <a:buNone/>
              <a:defRPr sz="4674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spcBef>
                <a:spcPts val="0"/>
              </a:spcBef>
              <a:spcAft>
                <a:spcPts val="0"/>
              </a:spcAft>
              <a:buNone/>
              <a:defRPr sz="4674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mparison" type="twoTxTwoObj">
  <p:cSld name="TWO_OBJECTS_WITH_TEXT">
    <p:spTree>
      <p:nvGrpSpPr>
        <p:cNvPr id="1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8"/>
          <p:cNvSpPr txBox="1">
            <a:spLocks noGrp="1"/>
          </p:cNvSpPr>
          <p:nvPr>
            <p:ph type="title"/>
          </p:nvPr>
        </p:nvSpPr>
        <p:spPr>
          <a:xfrm>
            <a:off x="1829042" y="1318072"/>
            <a:ext cx="32917916" cy="5487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49525" tIns="174750" rIns="349525" bIns="17475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6" name="Google Shape;46;p8"/>
          <p:cNvSpPr txBox="1">
            <a:spLocks noGrp="1"/>
          </p:cNvSpPr>
          <p:nvPr>
            <p:ph type="body" idx="1"/>
          </p:nvPr>
        </p:nvSpPr>
        <p:spPr>
          <a:xfrm>
            <a:off x="1828803" y="7368542"/>
            <a:ext cx="16160753" cy="307085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49525" tIns="174750" rIns="349525" bIns="174750" anchor="b" anchorCtr="0">
            <a:noAutofit/>
          </a:bodyPr>
          <a:lstStyle>
            <a:lvl1pPr marL="457200" lvl="0" indent="-228600" algn="l">
              <a:spcBef>
                <a:spcPts val="1869"/>
              </a:spcBef>
              <a:spcAft>
                <a:spcPts val="0"/>
              </a:spcAft>
              <a:buClr>
                <a:schemeClr val="dk1"/>
              </a:buClr>
              <a:buSzPts val="9347"/>
              <a:buNone/>
              <a:defRPr sz="9347" b="1"/>
            </a:lvl1pPr>
            <a:lvl2pPr marL="914400" lvl="1" indent="-228600" algn="l">
              <a:spcBef>
                <a:spcPts val="1544"/>
              </a:spcBef>
              <a:spcAft>
                <a:spcPts val="0"/>
              </a:spcAft>
              <a:buClr>
                <a:schemeClr val="dk1"/>
              </a:buClr>
              <a:buSzPts val="7722"/>
              <a:buNone/>
              <a:defRPr sz="7722" b="1"/>
            </a:lvl2pPr>
            <a:lvl3pPr marL="1371600" lvl="2" indent="-228600" algn="l">
              <a:spcBef>
                <a:spcPts val="1382"/>
              </a:spcBef>
              <a:spcAft>
                <a:spcPts val="0"/>
              </a:spcAft>
              <a:buClr>
                <a:schemeClr val="dk1"/>
              </a:buClr>
              <a:buSzPts val="6909"/>
              <a:buNone/>
              <a:defRPr sz="6908" b="1"/>
            </a:lvl3pPr>
            <a:lvl4pPr marL="1828800" lvl="3" indent="-228600" algn="l">
              <a:spcBef>
                <a:spcPts val="1240"/>
              </a:spcBef>
              <a:spcAft>
                <a:spcPts val="0"/>
              </a:spcAft>
              <a:buClr>
                <a:schemeClr val="dk1"/>
              </a:buClr>
              <a:buSzPts val="6198"/>
              <a:buNone/>
              <a:defRPr sz="6198" b="1"/>
            </a:lvl4pPr>
            <a:lvl5pPr marL="2286000" lvl="4" indent="-228600" algn="l">
              <a:spcBef>
                <a:spcPts val="1240"/>
              </a:spcBef>
              <a:spcAft>
                <a:spcPts val="0"/>
              </a:spcAft>
              <a:buClr>
                <a:schemeClr val="dk1"/>
              </a:buClr>
              <a:buSzPts val="6198"/>
              <a:buNone/>
              <a:defRPr sz="6198" b="1"/>
            </a:lvl5pPr>
            <a:lvl6pPr marL="2743200" lvl="5" indent="-228600" algn="l">
              <a:spcBef>
                <a:spcPts val="1240"/>
              </a:spcBef>
              <a:spcAft>
                <a:spcPts val="0"/>
              </a:spcAft>
              <a:buClr>
                <a:schemeClr val="dk1"/>
              </a:buClr>
              <a:buSzPts val="6198"/>
              <a:buNone/>
              <a:defRPr sz="6198" b="1"/>
            </a:lvl6pPr>
            <a:lvl7pPr marL="3200400" lvl="6" indent="-228600" algn="l">
              <a:spcBef>
                <a:spcPts val="1240"/>
              </a:spcBef>
              <a:spcAft>
                <a:spcPts val="0"/>
              </a:spcAft>
              <a:buClr>
                <a:schemeClr val="dk1"/>
              </a:buClr>
              <a:buSzPts val="6198"/>
              <a:buNone/>
              <a:defRPr sz="6198" b="1"/>
            </a:lvl7pPr>
            <a:lvl8pPr marL="3657600" lvl="7" indent="-228600" algn="l">
              <a:spcBef>
                <a:spcPts val="1240"/>
              </a:spcBef>
              <a:spcAft>
                <a:spcPts val="0"/>
              </a:spcAft>
              <a:buClr>
                <a:schemeClr val="dk1"/>
              </a:buClr>
              <a:buSzPts val="6198"/>
              <a:buNone/>
              <a:defRPr sz="6198" b="1"/>
            </a:lvl8pPr>
            <a:lvl9pPr marL="4114800" lvl="8" indent="-228600" algn="l">
              <a:spcBef>
                <a:spcPts val="1240"/>
              </a:spcBef>
              <a:spcAft>
                <a:spcPts val="0"/>
              </a:spcAft>
              <a:buClr>
                <a:schemeClr val="dk1"/>
              </a:buClr>
              <a:buSzPts val="6198"/>
              <a:buNone/>
              <a:defRPr sz="6198" b="1"/>
            </a:lvl9pPr>
          </a:lstStyle>
          <a:p>
            <a:endParaRPr/>
          </a:p>
        </p:txBody>
      </p:sp>
      <p:sp>
        <p:nvSpPr>
          <p:cNvPr id="47" name="Google Shape;47;p8"/>
          <p:cNvSpPr txBox="1">
            <a:spLocks noGrp="1"/>
          </p:cNvSpPr>
          <p:nvPr>
            <p:ph type="body" idx="2"/>
          </p:nvPr>
        </p:nvSpPr>
        <p:spPr>
          <a:xfrm>
            <a:off x="1828803" y="10439400"/>
            <a:ext cx="16160753" cy="1896618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49525" tIns="174750" rIns="349525" bIns="174750" anchor="t" anchorCtr="0">
            <a:noAutofit/>
          </a:bodyPr>
          <a:lstStyle>
            <a:lvl1pPr marL="457200" lvl="0" indent="-822134" algn="l">
              <a:spcBef>
                <a:spcPts val="1869"/>
              </a:spcBef>
              <a:spcAft>
                <a:spcPts val="0"/>
              </a:spcAft>
              <a:buClr>
                <a:schemeClr val="dk1"/>
              </a:buClr>
              <a:buSzPts val="9347"/>
              <a:buChar char="•"/>
              <a:defRPr sz="9347"/>
            </a:lvl1pPr>
            <a:lvl2pPr marL="914400" lvl="1" indent="-718947" algn="l">
              <a:spcBef>
                <a:spcPts val="1544"/>
              </a:spcBef>
              <a:spcAft>
                <a:spcPts val="0"/>
              </a:spcAft>
              <a:buClr>
                <a:schemeClr val="dk1"/>
              </a:buClr>
              <a:buSzPts val="7722"/>
              <a:buChar char="–"/>
              <a:defRPr sz="7722"/>
            </a:lvl2pPr>
            <a:lvl3pPr marL="1371600" lvl="2" indent="-667321" algn="l">
              <a:spcBef>
                <a:spcPts val="1382"/>
              </a:spcBef>
              <a:spcAft>
                <a:spcPts val="0"/>
              </a:spcAft>
              <a:buClr>
                <a:schemeClr val="dk1"/>
              </a:buClr>
              <a:buSzPts val="6909"/>
              <a:buChar char="•"/>
              <a:defRPr sz="6908"/>
            </a:lvl3pPr>
            <a:lvl4pPr marL="1828800" lvl="3" indent="-622173" algn="l">
              <a:spcBef>
                <a:spcPts val="1240"/>
              </a:spcBef>
              <a:spcAft>
                <a:spcPts val="0"/>
              </a:spcAft>
              <a:buClr>
                <a:schemeClr val="dk1"/>
              </a:buClr>
              <a:buSzPts val="6198"/>
              <a:buChar char="–"/>
              <a:defRPr sz="6198"/>
            </a:lvl4pPr>
            <a:lvl5pPr marL="2286000" lvl="4" indent="-622173" algn="l">
              <a:spcBef>
                <a:spcPts val="1240"/>
              </a:spcBef>
              <a:spcAft>
                <a:spcPts val="0"/>
              </a:spcAft>
              <a:buClr>
                <a:schemeClr val="dk1"/>
              </a:buClr>
              <a:buSzPts val="6198"/>
              <a:buChar char="»"/>
              <a:defRPr sz="6198"/>
            </a:lvl5pPr>
            <a:lvl6pPr marL="2743200" lvl="5" indent="-622173" algn="l">
              <a:spcBef>
                <a:spcPts val="1240"/>
              </a:spcBef>
              <a:spcAft>
                <a:spcPts val="0"/>
              </a:spcAft>
              <a:buClr>
                <a:schemeClr val="dk1"/>
              </a:buClr>
              <a:buSzPts val="6198"/>
              <a:buChar char="•"/>
              <a:defRPr sz="6198"/>
            </a:lvl6pPr>
            <a:lvl7pPr marL="3200400" lvl="6" indent="-622173" algn="l">
              <a:spcBef>
                <a:spcPts val="1240"/>
              </a:spcBef>
              <a:spcAft>
                <a:spcPts val="0"/>
              </a:spcAft>
              <a:buClr>
                <a:schemeClr val="dk1"/>
              </a:buClr>
              <a:buSzPts val="6198"/>
              <a:buChar char="•"/>
              <a:defRPr sz="6198"/>
            </a:lvl7pPr>
            <a:lvl8pPr marL="3657600" lvl="7" indent="-622173" algn="l">
              <a:spcBef>
                <a:spcPts val="1240"/>
              </a:spcBef>
              <a:spcAft>
                <a:spcPts val="0"/>
              </a:spcAft>
              <a:buClr>
                <a:schemeClr val="dk1"/>
              </a:buClr>
              <a:buSzPts val="6198"/>
              <a:buChar char="•"/>
              <a:defRPr sz="6198"/>
            </a:lvl8pPr>
            <a:lvl9pPr marL="4114800" lvl="8" indent="-622172" algn="l">
              <a:spcBef>
                <a:spcPts val="1240"/>
              </a:spcBef>
              <a:spcAft>
                <a:spcPts val="0"/>
              </a:spcAft>
              <a:buClr>
                <a:schemeClr val="dk1"/>
              </a:buClr>
              <a:buSzPts val="6198"/>
              <a:buChar char="•"/>
              <a:defRPr sz="6198"/>
            </a:lvl9pPr>
          </a:lstStyle>
          <a:p>
            <a:endParaRPr/>
          </a:p>
        </p:txBody>
      </p:sp>
      <p:sp>
        <p:nvSpPr>
          <p:cNvPr id="48" name="Google Shape;48;p8"/>
          <p:cNvSpPr txBox="1">
            <a:spLocks noGrp="1"/>
          </p:cNvSpPr>
          <p:nvPr>
            <p:ph type="body" idx="3"/>
          </p:nvPr>
        </p:nvSpPr>
        <p:spPr>
          <a:xfrm>
            <a:off x="18580106" y="7368542"/>
            <a:ext cx="16167101" cy="307085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49525" tIns="174750" rIns="349525" bIns="174750" anchor="b" anchorCtr="0">
            <a:noAutofit/>
          </a:bodyPr>
          <a:lstStyle>
            <a:lvl1pPr marL="457200" lvl="0" indent="-228600" algn="l">
              <a:spcBef>
                <a:spcPts val="1869"/>
              </a:spcBef>
              <a:spcAft>
                <a:spcPts val="0"/>
              </a:spcAft>
              <a:buClr>
                <a:schemeClr val="dk1"/>
              </a:buClr>
              <a:buSzPts val="9347"/>
              <a:buNone/>
              <a:defRPr sz="9347" b="1"/>
            </a:lvl1pPr>
            <a:lvl2pPr marL="914400" lvl="1" indent="-228600" algn="l">
              <a:spcBef>
                <a:spcPts val="1544"/>
              </a:spcBef>
              <a:spcAft>
                <a:spcPts val="0"/>
              </a:spcAft>
              <a:buClr>
                <a:schemeClr val="dk1"/>
              </a:buClr>
              <a:buSzPts val="7722"/>
              <a:buNone/>
              <a:defRPr sz="7722" b="1"/>
            </a:lvl2pPr>
            <a:lvl3pPr marL="1371600" lvl="2" indent="-228600" algn="l">
              <a:spcBef>
                <a:spcPts val="1382"/>
              </a:spcBef>
              <a:spcAft>
                <a:spcPts val="0"/>
              </a:spcAft>
              <a:buClr>
                <a:schemeClr val="dk1"/>
              </a:buClr>
              <a:buSzPts val="6909"/>
              <a:buNone/>
              <a:defRPr sz="6908" b="1"/>
            </a:lvl3pPr>
            <a:lvl4pPr marL="1828800" lvl="3" indent="-228600" algn="l">
              <a:spcBef>
                <a:spcPts val="1240"/>
              </a:spcBef>
              <a:spcAft>
                <a:spcPts val="0"/>
              </a:spcAft>
              <a:buClr>
                <a:schemeClr val="dk1"/>
              </a:buClr>
              <a:buSzPts val="6198"/>
              <a:buNone/>
              <a:defRPr sz="6198" b="1"/>
            </a:lvl4pPr>
            <a:lvl5pPr marL="2286000" lvl="4" indent="-228600" algn="l">
              <a:spcBef>
                <a:spcPts val="1240"/>
              </a:spcBef>
              <a:spcAft>
                <a:spcPts val="0"/>
              </a:spcAft>
              <a:buClr>
                <a:schemeClr val="dk1"/>
              </a:buClr>
              <a:buSzPts val="6198"/>
              <a:buNone/>
              <a:defRPr sz="6198" b="1"/>
            </a:lvl5pPr>
            <a:lvl6pPr marL="2743200" lvl="5" indent="-228600" algn="l">
              <a:spcBef>
                <a:spcPts val="1240"/>
              </a:spcBef>
              <a:spcAft>
                <a:spcPts val="0"/>
              </a:spcAft>
              <a:buClr>
                <a:schemeClr val="dk1"/>
              </a:buClr>
              <a:buSzPts val="6198"/>
              <a:buNone/>
              <a:defRPr sz="6198" b="1"/>
            </a:lvl6pPr>
            <a:lvl7pPr marL="3200400" lvl="6" indent="-228600" algn="l">
              <a:spcBef>
                <a:spcPts val="1240"/>
              </a:spcBef>
              <a:spcAft>
                <a:spcPts val="0"/>
              </a:spcAft>
              <a:buClr>
                <a:schemeClr val="dk1"/>
              </a:buClr>
              <a:buSzPts val="6198"/>
              <a:buNone/>
              <a:defRPr sz="6198" b="1"/>
            </a:lvl7pPr>
            <a:lvl8pPr marL="3657600" lvl="7" indent="-228600" algn="l">
              <a:spcBef>
                <a:spcPts val="1240"/>
              </a:spcBef>
              <a:spcAft>
                <a:spcPts val="0"/>
              </a:spcAft>
              <a:buClr>
                <a:schemeClr val="dk1"/>
              </a:buClr>
              <a:buSzPts val="6198"/>
              <a:buNone/>
              <a:defRPr sz="6198" b="1"/>
            </a:lvl8pPr>
            <a:lvl9pPr marL="4114800" lvl="8" indent="-228600" algn="l">
              <a:spcBef>
                <a:spcPts val="1240"/>
              </a:spcBef>
              <a:spcAft>
                <a:spcPts val="0"/>
              </a:spcAft>
              <a:buClr>
                <a:schemeClr val="dk1"/>
              </a:buClr>
              <a:buSzPts val="6198"/>
              <a:buNone/>
              <a:defRPr sz="6198" b="1"/>
            </a:lvl9pPr>
          </a:lstStyle>
          <a:p>
            <a:endParaRPr/>
          </a:p>
        </p:txBody>
      </p:sp>
      <p:sp>
        <p:nvSpPr>
          <p:cNvPr id="49" name="Google Shape;49;p8"/>
          <p:cNvSpPr txBox="1">
            <a:spLocks noGrp="1"/>
          </p:cNvSpPr>
          <p:nvPr>
            <p:ph type="body" idx="4"/>
          </p:nvPr>
        </p:nvSpPr>
        <p:spPr>
          <a:xfrm>
            <a:off x="18580106" y="10439400"/>
            <a:ext cx="16167101" cy="1896618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49525" tIns="174750" rIns="349525" bIns="174750" anchor="t" anchorCtr="0">
            <a:noAutofit/>
          </a:bodyPr>
          <a:lstStyle>
            <a:lvl1pPr marL="457200" lvl="0" indent="-822134" algn="l">
              <a:spcBef>
                <a:spcPts val="1869"/>
              </a:spcBef>
              <a:spcAft>
                <a:spcPts val="0"/>
              </a:spcAft>
              <a:buClr>
                <a:schemeClr val="dk1"/>
              </a:buClr>
              <a:buSzPts val="9347"/>
              <a:buChar char="•"/>
              <a:defRPr sz="9347"/>
            </a:lvl1pPr>
            <a:lvl2pPr marL="914400" lvl="1" indent="-718947" algn="l">
              <a:spcBef>
                <a:spcPts val="1544"/>
              </a:spcBef>
              <a:spcAft>
                <a:spcPts val="0"/>
              </a:spcAft>
              <a:buClr>
                <a:schemeClr val="dk1"/>
              </a:buClr>
              <a:buSzPts val="7722"/>
              <a:buChar char="–"/>
              <a:defRPr sz="7722"/>
            </a:lvl2pPr>
            <a:lvl3pPr marL="1371600" lvl="2" indent="-667321" algn="l">
              <a:spcBef>
                <a:spcPts val="1382"/>
              </a:spcBef>
              <a:spcAft>
                <a:spcPts val="0"/>
              </a:spcAft>
              <a:buClr>
                <a:schemeClr val="dk1"/>
              </a:buClr>
              <a:buSzPts val="6909"/>
              <a:buChar char="•"/>
              <a:defRPr sz="6908"/>
            </a:lvl3pPr>
            <a:lvl4pPr marL="1828800" lvl="3" indent="-622173" algn="l">
              <a:spcBef>
                <a:spcPts val="1240"/>
              </a:spcBef>
              <a:spcAft>
                <a:spcPts val="0"/>
              </a:spcAft>
              <a:buClr>
                <a:schemeClr val="dk1"/>
              </a:buClr>
              <a:buSzPts val="6198"/>
              <a:buChar char="–"/>
              <a:defRPr sz="6198"/>
            </a:lvl4pPr>
            <a:lvl5pPr marL="2286000" lvl="4" indent="-622173" algn="l">
              <a:spcBef>
                <a:spcPts val="1240"/>
              </a:spcBef>
              <a:spcAft>
                <a:spcPts val="0"/>
              </a:spcAft>
              <a:buClr>
                <a:schemeClr val="dk1"/>
              </a:buClr>
              <a:buSzPts val="6198"/>
              <a:buChar char="»"/>
              <a:defRPr sz="6198"/>
            </a:lvl5pPr>
            <a:lvl6pPr marL="2743200" lvl="5" indent="-622173" algn="l">
              <a:spcBef>
                <a:spcPts val="1240"/>
              </a:spcBef>
              <a:spcAft>
                <a:spcPts val="0"/>
              </a:spcAft>
              <a:buClr>
                <a:schemeClr val="dk1"/>
              </a:buClr>
              <a:buSzPts val="6198"/>
              <a:buChar char="•"/>
              <a:defRPr sz="6198"/>
            </a:lvl6pPr>
            <a:lvl7pPr marL="3200400" lvl="6" indent="-622173" algn="l">
              <a:spcBef>
                <a:spcPts val="1240"/>
              </a:spcBef>
              <a:spcAft>
                <a:spcPts val="0"/>
              </a:spcAft>
              <a:buClr>
                <a:schemeClr val="dk1"/>
              </a:buClr>
              <a:buSzPts val="6198"/>
              <a:buChar char="•"/>
              <a:defRPr sz="6198"/>
            </a:lvl7pPr>
            <a:lvl8pPr marL="3657600" lvl="7" indent="-622173" algn="l">
              <a:spcBef>
                <a:spcPts val="1240"/>
              </a:spcBef>
              <a:spcAft>
                <a:spcPts val="0"/>
              </a:spcAft>
              <a:buClr>
                <a:schemeClr val="dk1"/>
              </a:buClr>
              <a:buSzPts val="6198"/>
              <a:buChar char="•"/>
              <a:defRPr sz="6198"/>
            </a:lvl8pPr>
            <a:lvl9pPr marL="4114800" lvl="8" indent="-622172" algn="l">
              <a:spcBef>
                <a:spcPts val="1240"/>
              </a:spcBef>
              <a:spcAft>
                <a:spcPts val="0"/>
              </a:spcAft>
              <a:buClr>
                <a:schemeClr val="dk1"/>
              </a:buClr>
              <a:buSzPts val="6198"/>
              <a:buChar char="•"/>
              <a:defRPr sz="6198"/>
            </a:lvl9pPr>
          </a:lstStyle>
          <a:p>
            <a:endParaRPr/>
          </a:p>
        </p:txBody>
      </p:sp>
      <p:sp>
        <p:nvSpPr>
          <p:cNvPr id="50" name="Google Shape;50;p8"/>
          <p:cNvSpPr txBox="1">
            <a:spLocks noGrp="1"/>
          </p:cNvSpPr>
          <p:nvPr>
            <p:ph type="dt" idx="10"/>
          </p:nvPr>
        </p:nvSpPr>
        <p:spPr>
          <a:xfrm>
            <a:off x="1829043" y="30510162"/>
            <a:ext cx="8533917" cy="175355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49525" tIns="174750" rIns="349525" bIns="17475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1" name="Google Shape;51;p8"/>
          <p:cNvSpPr txBox="1">
            <a:spLocks noGrp="1"/>
          </p:cNvSpPr>
          <p:nvPr>
            <p:ph type="ftr" idx="11"/>
          </p:nvPr>
        </p:nvSpPr>
        <p:spPr>
          <a:xfrm>
            <a:off x="12496840" y="30510162"/>
            <a:ext cx="11582320" cy="175355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49525" tIns="174750" rIns="349525" bIns="17475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2" name="Google Shape;52;p8"/>
          <p:cNvSpPr txBox="1">
            <a:spLocks noGrp="1"/>
          </p:cNvSpPr>
          <p:nvPr>
            <p:ph type="sldNum" idx="12"/>
          </p:nvPr>
        </p:nvSpPr>
        <p:spPr>
          <a:xfrm>
            <a:off x="26213043" y="30510162"/>
            <a:ext cx="8533917" cy="175355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49525" tIns="174750" rIns="349525" bIns="174750" anchor="ctr" anchorCtr="0">
            <a:noAutofit/>
          </a:bodyPr>
          <a:lstStyle>
            <a:lvl1pPr marL="0" marR="0" lvl="0" indent="0" algn="r">
              <a:spcBef>
                <a:spcPts val="0"/>
              </a:spcBef>
              <a:spcAft>
                <a:spcPts val="0"/>
              </a:spcAft>
              <a:buNone/>
              <a:defRPr sz="4674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spcBef>
                <a:spcPts val="0"/>
              </a:spcBef>
              <a:spcAft>
                <a:spcPts val="0"/>
              </a:spcAft>
              <a:buNone/>
              <a:defRPr sz="4674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spcBef>
                <a:spcPts val="0"/>
              </a:spcBef>
              <a:spcAft>
                <a:spcPts val="0"/>
              </a:spcAft>
              <a:buNone/>
              <a:defRPr sz="4674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spcBef>
                <a:spcPts val="0"/>
              </a:spcBef>
              <a:spcAft>
                <a:spcPts val="0"/>
              </a:spcAft>
              <a:buNone/>
              <a:defRPr sz="4674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spcBef>
                <a:spcPts val="0"/>
              </a:spcBef>
              <a:spcAft>
                <a:spcPts val="0"/>
              </a:spcAft>
              <a:buNone/>
              <a:defRPr sz="4674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spcBef>
                <a:spcPts val="0"/>
              </a:spcBef>
              <a:spcAft>
                <a:spcPts val="0"/>
              </a:spcAft>
              <a:buNone/>
              <a:defRPr sz="4674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spcBef>
                <a:spcPts val="0"/>
              </a:spcBef>
              <a:spcAft>
                <a:spcPts val="0"/>
              </a:spcAft>
              <a:buNone/>
              <a:defRPr sz="4674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spcBef>
                <a:spcPts val="0"/>
              </a:spcBef>
              <a:spcAft>
                <a:spcPts val="0"/>
              </a:spcAft>
              <a:buNone/>
              <a:defRPr sz="4674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spcBef>
                <a:spcPts val="0"/>
              </a:spcBef>
              <a:spcAft>
                <a:spcPts val="0"/>
              </a:spcAft>
              <a:buNone/>
              <a:defRPr sz="4674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9"/>
          <p:cNvSpPr txBox="1">
            <a:spLocks noGrp="1"/>
          </p:cNvSpPr>
          <p:nvPr>
            <p:ph type="title"/>
          </p:nvPr>
        </p:nvSpPr>
        <p:spPr>
          <a:xfrm>
            <a:off x="1829042" y="1318072"/>
            <a:ext cx="32917916" cy="5487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49525" tIns="174750" rIns="349525" bIns="17475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5" name="Google Shape;55;p9"/>
          <p:cNvSpPr txBox="1">
            <a:spLocks noGrp="1"/>
          </p:cNvSpPr>
          <p:nvPr>
            <p:ph type="dt" idx="10"/>
          </p:nvPr>
        </p:nvSpPr>
        <p:spPr>
          <a:xfrm>
            <a:off x="1829043" y="30510162"/>
            <a:ext cx="8533917" cy="175355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49525" tIns="174750" rIns="349525" bIns="17475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6" name="Google Shape;56;p9"/>
          <p:cNvSpPr txBox="1">
            <a:spLocks noGrp="1"/>
          </p:cNvSpPr>
          <p:nvPr>
            <p:ph type="ftr" idx="11"/>
          </p:nvPr>
        </p:nvSpPr>
        <p:spPr>
          <a:xfrm>
            <a:off x="12496840" y="30510162"/>
            <a:ext cx="11582320" cy="175355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49525" tIns="174750" rIns="349525" bIns="17475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7" name="Google Shape;57;p9"/>
          <p:cNvSpPr txBox="1">
            <a:spLocks noGrp="1"/>
          </p:cNvSpPr>
          <p:nvPr>
            <p:ph type="sldNum" idx="12"/>
          </p:nvPr>
        </p:nvSpPr>
        <p:spPr>
          <a:xfrm>
            <a:off x="26213043" y="30510162"/>
            <a:ext cx="8533917" cy="175355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49525" tIns="174750" rIns="349525" bIns="174750" anchor="ctr" anchorCtr="0">
            <a:noAutofit/>
          </a:bodyPr>
          <a:lstStyle>
            <a:lvl1pPr marL="0" marR="0" lvl="0" indent="0" algn="r">
              <a:spcBef>
                <a:spcPts val="0"/>
              </a:spcBef>
              <a:spcAft>
                <a:spcPts val="0"/>
              </a:spcAft>
              <a:buNone/>
              <a:defRPr sz="4674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spcBef>
                <a:spcPts val="0"/>
              </a:spcBef>
              <a:spcAft>
                <a:spcPts val="0"/>
              </a:spcAft>
              <a:buNone/>
              <a:defRPr sz="4674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spcBef>
                <a:spcPts val="0"/>
              </a:spcBef>
              <a:spcAft>
                <a:spcPts val="0"/>
              </a:spcAft>
              <a:buNone/>
              <a:defRPr sz="4674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spcBef>
                <a:spcPts val="0"/>
              </a:spcBef>
              <a:spcAft>
                <a:spcPts val="0"/>
              </a:spcAft>
              <a:buNone/>
              <a:defRPr sz="4674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spcBef>
                <a:spcPts val="0"/>
              </a:spcBef>
              <a:spcAft>
                <a:spcPts val="0"/>
              </a:spcAft>
              <a:buNone/>
              <a:defRPr sz="4674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spcBef>
                <a:spcPts val="0"/>
              </a:spcBef>
              <a:spcAft>
                <a:spcPts val="0"/>
              </a:spcAft>
              <a:buNone/>
              <a:defRPr sz="4674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spcBef>
                <a:spcPts val="0"/>
              </a:spcBef>
              <a:spcAft>
                <a:spcPts val="0"/>
              </a:spcAft>
              <a:buNone/>
              <a:defRPr sz="4674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spcBef>
                <a:spcPts val="0"/>
              </a:spcBef>
              <a:spcAft>
                <a:spcPts val="0"/>
              </a:spcAft>
              <a:buNone/>
              <a:defRPr sz="4674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spcBef>
                <a:spcPts val="0"/>
              </a:spcBef>
              <a:spcAft>
                <a:spcPts val="0"/>
              </a:spcAft>
              <a:buNone/>
              <a:defRPr sz="4674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ntent with Caption" type="objTx">
  <p:cSld name="OBJECT_WITH_CAPTION_TEXT">
    <p:spTree>
      <p:nvGrpSpPr>
        <p:cNvPr id="1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0"/>
          <p:cNvSpPr txBox="1">
            <a:spLocks noGrp="1"/>
          </p:cNvSpPr>
          <p:nvPr>
            <p:ph type="title"/>
          </p:nvPr>
        </p:nvSpPr>
        <p:spPr>
          <a:xfrm>
            <a:off x="1828805" y="1310640"/>
            <a:ext cx="12033252" cy="55778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49525" tIns="174750" rIns="349525" bIns="174750" anchor="b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7722" b="1"/>
            </a:lvl1pPr>
            <a:lvl2pPr lvl="1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0" name="Google Shape;60;p10"/>
          <p:cNvSpPr txBox="1">
            <a:spLocks noGrp="1"/>
          </p:cNvSpPr>
          <p:nvPr>
            <p:ph type="body" idx="1"/>
          </p:nvPr>
        </p:nvSpPr>
        <p:spPr>
          <a:xfrm>
            <a:off x="14300202" y="1310643"/>
            <a:ext cx="20447000" cy="2809494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49525" tIns="174750" rIns="349525" bIns="174750" anchor="t" anchorCtr="0">
            <a:noAutofit/>
          </a:bodyPr>
          <a:lstStyle>
            <a:lvl1pPr marL="457200" lvl="0" indent="-1015682" algn="l">
              <a:spcBef>
                <a:spcPts val="2479"/>
              </a:spcBef>
              <a:spcAft>
                <a:spcPts val="0"/>
              </a:spcAft>
              <a:buClr>
                <a:schemeClr val="dk1"/>
              </a:buClr>
              <a:buSzPts val="12395"/>
              <a:buChar char="•"/>
              <a:defRPr sz="12395"/>
            </a:lvl1pPr>
            <a:lvl2pPr marL="914400" lvl="1" indent="-918908" algn="l">
              <a:spcBef>
                <a:spcPts val="2174"/>
              </a:spcBef>
              <a:spcAft>
                <a:spcPts val="0"/>
              </a:spcAft>
              <a:buClr>
                <a:schemeClr val="dk1"/>
              </a:buClr>
              <a:buSzPts val="10871"/>
              <a:buChar char="–"/>
              <a:defRPr sz="10871"/>
            </a:lvl2pPr>
            <a:lvl3pPr marL="1371600" lvl="2" indent="-822134" algn="l">
              <a:spcBef>
                <a:spcPts val="1869"/>
              </a:spcBef>
              <a:spcAft>
                <a:spcPts val="0"/>
              </a:spcAft>
              <a:buClr>
                <a:schemeClr val="dk1"/>
              </a:buClr>
              <a:buSzPts val="9347"/>
              <a:buChar char="•"/>
              <a:defRPr sz="9347"/>
            </a:lvl3pPr>
            <a:lvl4pPr marL="1828800" lvl="3" indent="-718947" algn="l">
              <a:spcBef>
                <a:spcPts val="1544"/>
              </a:spcBef>
              <a:spcAft>
                <a:spcPts val="0"/>
              </a:spcAft>
              <a:buClr>
                <a:schemeClr val="dk1"/>
              </a:buClr>
              <a:buSzPts val="7722"/>
              <a:buChar char="–"/>
              <a:defRPr sz="7722"/>
            </a:lvl4pPr>
            <a:lvl5pPr marL="2286000" lvl="4" indent="-718947" algn="l">
              <a:spcBef>
                <a:spcPts val="1544"/>
              </a:spcBef>
              <a:spcAft>
                <a:spcPts val="0"/>
              </a:spcAft>
              <a:buClr>
                <a:schemeClr val="dk1"/>
              </a:buClr>
              <a:buSzPts val="7722"/>
              <a:buChar char="»"/>
              <a:defRPr sz="7722"/>
            </a:lvl5pPr>
            <a:lvl6pPr marL="2743200" lvl="5" indent="-718947" algn="l">
              <a:spcBef>
                <a:spcPts val="1544"/>
              </a:spcBef>
              <a:spcAft>
                <a:spcPts val="0"/>
              </a:spcAft>
              <a:buClr>
                <a:schemeClr val="dk1"/>
              </a:buClr>
              <a:buSzPts val="7722"/>
              <a:buChar char="•"/>
              <a:defRPr sz="7722"/>
            </a:lvl6pPr>
            <a:lvl7pPr marL="3200400" lvl="6" indent="-718947" algn="l">
              <a:spcBef>
                <a:spcPts val="1544"/>
              </a:spcBef>
              <a:spcAft>
                <a:spcPts val="0"/>
              </a:spcAft>
              <a:buClr>
                <a:schemeClr val="dk1"/>
              </a:buClr>
              <a:buSzPts val="7722"/>
              <a:buChar char="•"/>
              <a:defRPr sz="7722"/>
            </a:lvl7pPr>
            <a:lvl8pPr marL="3657600" lvl="7" indent="-718947" algn="l">
              <a:spcBef>
                <a:spcPts val="1544"/>
              </a:spcBef>
              <a:spcAft>
                <a:spcPts val="0"/>
              </a:spcAft>
              <a:buClr>
                <a:schemeClr val="dk1"/>
              </a:buClr>
              <a:buSzPts val="7722"/>
              <a:buChar char="•"/>
              <a:defRPr sz="7722"/>
            </a:lvl8pPr>
            <a:lvl9pPr marL="4114800" lvl="8" indent="-718946" algn="l">
              <a:spcBef>
                <a:spcPts val="1544"/>
              </a:spcBef>
              <a:spcAft>
                <a:spcPts val="0"/>
              </a:spcAft>
              <a:buClr>
                <a:schemeClr val="dk1"/>
              </a:buClr>
              <a:buSzPts val="7722"/>
              <a:buChar char="•"/>
              <a:defRPr sz="7722"/>
            </a:lvl9pPr>
          </a:lstStyle>
          <a:p>
            <a:endParaRPr/>
          </a:p>
        </p:txBody>
      </p:sp>
      <p:sp>
        <p:nvSpPr>
          <p:cNvPr id="61" name="Google Shape;61;p10"/>
          <p:cNvSpPr txBox="1">
            <a:spLocks noGrp="1"/>
          </p:cNvSpPr>
          <p:nvPr>
            <p:ph type="body" idx="2"/>
          </p:nvPr>
        </p:nvSpPr>
        <p:spPr>
          <a:xfrm>
            <a:off x="1828805" y="6888486"/>
            <a:ext cx="12033252" cy="2251710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49525" tIns="174750" rIns="349525" bIns="174750" anchor="t" anchorCtr="0">
            <a:noAutofit/>
          </a:bodyPr>
          <a:lstStyle>
            <a:lvl1pPr marL="457200" lvl="0" indent="-228600" algn="l">
              <a:spcBef>
                <a:spcPts val="1097"/>
              </a:spcBef>
              <a:spcAft>
                <a:spcPts val="0"/>
              </a:spcAft>
              <a:buClr>
                <a:schemeClr val="dk1"/>
              </a:buClr>
              <a:buSzPts val="5486"/>
              <a:buNone/>
              <a:defRPr sz="5486"/>
            </a:lvl1pPr>
            <a:lvl2pPr marL="914400" lvl="1" indent="-228600" algn="l">
              <a:spcBef>
                <a:spcPts val="935"/>
              </a:spcBef>
              <a:spcAft>
                <a:spcPts val="0"/>
              </a:spcAft>
              <a:buClr>
                <a:schemeClr val="dk1"/>
              </a:buClr>
              <a:buSzPts val="4674"/>
              <a:buNone/>
              <a:defRPr sz="4674"/>
            </a:lvl2pPr>
            <a:lvl3pPr marL="1371600" lvl="2" indent="-228600" algn="l">
              <a:spcBef>
                <a:spcPts val="772"/>
              </a:spcBef>
              <a:spcAft>
                <a:spcPts val="0"/>
              </a:spcAft>
              <a:buClr>
                <a:schemeClr val="dk1"/>
              </a:buClr>
              <a:buSzPts val="3861"/>
              <a:buNone/>
              <a:defRPr sz="3861"/>
            </a:lvl3pPr>
            <a:lvl4pPr marL="1828800" lvl="3" indent="-228600" algn="l">
              <a:spcBef>
                <a:spcPts val="691"/>
              </a:spcBef>
              <a:spcAft>
                <a:spcPts val="0"/>
              </a:spcAft>
              <a:buClr>
                <a:schemeClr val="dk1"/>
              </a:buClr>
              <a:buSzPts val="3454"/>
              <a:buNone/>
              <a:defRPr sz="3454"/>
            </a:lvl4pPr>
            <a:lvl5pPr marL="2286000" lvl="4" indent="-228600" algn="l">
              <a:spcBef>
                <a:spcPts val="691"/>
              </a:spcBef>
              <a:spcAft>
                <a:spcPts val="0"/>
              </a:spcAft>
              <a:buClr>
                <a:schemeClr val="dk1"/>
              </a:buClr>
              <a:buSzPts val="3454"/>
              <a:buNone/>
              <a:defRPr sz="3454"/>
            </a:lvl5pPr>
            <a:lvl6pPr marL="2743200" lvl="5" indent="-228600" algn="l">
              <a:spcBef>
                <a:spcPts val="691"/>
              </a:spcBef>
              <a:spcAft>
                <a:spcPts val="0"/>
              </a:spcAft>
              <a:buClr>
                <a:schemeClr val="dk1"/>
              </a:buClr>
              <a:buSzPts val="3454"/>
              <a:buNone/>
              <a:defRPr sz="3454"/>
            </a:lvl6pPr>
            <a:lvl7pPr marL="3200400" lvl="6" indent="-228600" algn="l">
              <a:spcBef>
                <a:spcPts val="691"/>
              </a:spcBef>
              <a:spcAft>
                <a:spcPts val="0"/>
              </a:spcAft>
              <a:buClr>
                <a:schemeClr val="dk1"/>
              </a:buClr>
              <a:buSzPts val="3454"/>
              <a:buNone/>
              <a:defRPr sz="3454"/>
            </a:lvl7pPr>
            <a:lvl8pPr marL="3657600" lvl="7" indent="-228600" algn="l">
              <a:spcBef>
                <a:spcPts val="691"/>
              </a:spcBef>
              <a:spcAft>
                <a:spcPts val="0"/>
              </a:spcAft>
              <a:buClr>
                <a:schemeClr val="dk1"/>
              </a:buClr>
              <a:buSzPts val="3454"/>
              <a:buNone/>
              <a:defRPr sz="3454"/>
            </a:lvl8pPr>
            <a:lvl9pPr marL="4114800" lvl="8" indent="-228600" algn="l">
              <a:spcBef>
                <a:spcPts val="691"/>
              </a:spcBef>
              <a:spcAft>
                <a:spcPts val="0"/>
              </a:spcAft>
              <a:buClr>
                <a:schemeClr val="dk1"/>
              </a:buClr>
              <a:buSzPts val="3454"/>
              <a:buNone/>
              <a:defRPr sz="3454"/>
            </a:lvl9pPr>
          </a:lstStyle>
          <a:p>
            <a:endParaRPr/>
          </a:p>
        </p:txBody>
      </p:sp>
      <p:sp>
        <p:nvSpPr>
          <p:cNvPr id="62" name="Google Shape;62;p10"/>
          <p:cNvSpPr txBox="1">
            <a:spLocks noGrp="1"/>
          </p:cNvSpPr>
          <p:nvPr>
            <p:ph type="dt" idx="10"/>
          </p:nvPr>
        </p:nvSpPr>
        <p:spPr>
          <a:xfrm>
            <a:off x="1829043" y="30510162"/>
            <a:ext cx="8533917" cy="175355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49525" tIns="174750" rIns="349525" bIns="17475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3" name="Google Shape;63;p10"/>
          <p:cNvSpPr txBox="1">
            <a:spLocks noGrp="1"/>
          </p:cNvSpPr>
          <p:nvPr>
            <p:ph type="ftr" idx="11"/>
          </p:nvPr>
        </p:nvSpPr>
        <p:spPr>
          <a:xfrm>
            <a:off x="12496840" y="30510162"/>
            <a:ext cx="11582320" cy="175355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49525" tIns="174750" rIns="349525" bIns="17475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4" name="Google Shape;64;p10"/>
          <p:cNvSpPr txBox="1">
            <a:spLocks noGrp="1"/>
          </p:cNvSpPr>
          <p:nvPr>
            <p:ph type="sldNum" idx="12"/>
          </p:nvPr>
        </p:nvSpPr>
        <p:spPr>
          <a:xfrm>
            <a:off x="26213043" y="30510162"/>
            <a:ext cx="8533917" cy="175355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49525" tIns="174750" rIns="349525" bIns="174750" anchor="ctr" anchorCtr="0">
            <a:noAutofit/>
          </a:bodyPr>
          <a:lstStyle>
            <a:lvl1pPr marL="0" marR="0" lvl="0" indent="0" algn="r">
              <a:spcBef>
                <a:spcPts val="0"/>
              </a:spcBef>
              <a:spcAft>
                <a:spcPts val="0"/>
              </a:spcAft>
              <a:buNone/>
              <a:defRPr sz="4674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spcBef>
                <a:spcPts val="0"/>
              </a:spcBef>
              <a:spcAft>
                <a:spcPts val="0"/>
              </a:spcAft>
              <a:buNone/>
              <a:defRPr sz="4674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spcBef>
                <a:spcPts val="0"/>
              </a:spcBef>
              <a:spcAft>
                <a:spcPts val="0"/>
              </a:spcAft>
              <a:buNone/>
              <a:defRPr sz="4674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spcBef>
                <a:spcPts val="0"/>
              </a:spcBef>
              <a:spcAft>
                <a:spcPts val="0"/>
              </a:spcAft>
              <a:buNone/>
              <a:defRPr sz="4674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spcBef>
                <a:spcPts val="0"/>
              </a:spcBef>
              <a:spcAft>
                <a:spcPts val="0"/>
              </a:spcAft>
              <a:buNone/>
              <a:defRPr sz="4674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spcBef>
                <a:spcPts val="0"/>
              </a:spcBef>
              <a:spcAft>
                <a:spcPts val="0"/>
              </a:spcAft>
              <a:buNone/>
              <a:defRPr sz="4674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spcBef>
                <a:spcPts val="0"/>
              </a:spcBef>
              <a:spcAft>
                <a:spcPts val="0"/>
              </a:spcAft>
              <a:buNone/>
              <a:defRPr sz="4674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spcBef>
                <a:spcPts val="0"/>
              </a:spcBef>
              <a:spcAft>
                <a:spcPts val="0"/>
              </a:spcAft>
              <a:buNone/>
              <a:defRPr sz="4674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spcBef>
                <a:spcPts val="0"/>
              </a:spcBef>
              <a:spcAft>
                <a:spcPts val="0"/>
              </a:spcAft>
              <a:buNone/>
              <a:defRPr sz="4674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Picture with Caption" type="picTx">
  <p:cSld name="PICTURE_WITH_CAPTION_TEXT">
    <p:spTree>
      <p:nvGrpSpPr>
        <p:cNvPr id="1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1"/>
          <p:cNvSpPr txBox="1">
            <a:spLocks noGrp="1"/>
          </p:cNvSpPr>
          <p:nvPr>
            <p:ph type="title"/>
          </p:nvPr>
        </p:nvSpPr>
        <p:spPr>
          <a:xfrm>
            <a:off x="7169154" y="23042880"/>
            <a:ext cx="21945600" cy="272034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49525" tIns="174750" rIns="349525" bIns="174750" anchor="b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7722" b="1"/>
            </a:lvl1pPr>
            <a:lvl2pPr lvl="1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7" name="Google Shape;67;p11"/>
          <p:cNvSpPr>
            <a:spLocks noGrp="1"/>
          </p:cNvSpPr>
          <p:nvPr>
            <p:ph type="pic" idx="2"/>
          </p:nvPr>
        </p:nvSpPr>
        <p:spPr>
          <a:xfrm>
            <a:off x="7169154" y="2941322"/>
            <a:ext cx="21945600" cy="19751040"/>
          </a:xfrm>
          <a:prstGeom prst="rect">
            <a:avLst/>
          </a:prstGeom>
          <a:noFill/>
          <a:ln>
            <a:noFill/>
          </a:ln>
        </p:spPr>
      </p:sp>
      <p:sp>
        <p:nvSpPr>
          <p:cNvPr id="68" name="Google Shape;68;p11"/>
          <p:cNvSpPr txBox="1">
            <a:spLocks noGrp="1"/>
          </p:cNvSpPr>
          <p:nvPr>
            <p:ph type="body" idx="1"/>
          </p:nvPr>
        </p:nvSpPr>
        <p:spPr>
          <a:xfrm>
            <a:off x="7169154" y="25763223"/>
            <a:ext cx="21945600" cy="3863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49525" tIns="174750" rIns="349525" bIns="174750" anchor="t" anchorCtr="0">
            <a:noAutofit/>
          </a:bodyPr>
          <a:lstStyle>
            <a:lvl1pPr marL="457200" lvl="0" indent="-228600" algn="l">
              <a:spcBef>
                <a:spcPts val="1097"/>
              </a:spcBef>
              <a:spcAft>
                <a:spcPts val="0"/>
              </a:spcAft>
              <a:buClr>
                <a:schemeClr val="dk1"/>
              </a:buClr>
              <a:buSzPts val="5486"/>
              <a:buNone/>
              <a:defRPr sz="5486"/>
            </a:lvl1pPr>
            <a:lvl2pPr marL="914400" lvl="1" indent="-228600" algn="l">
              <a:spcBef>
                <a:spcPts val="935"/>
              </a:spcBef>
              <a:spcAft>
                <a:spcPts val="0"/>
              </a:spcAft>
              <a:buClr>
                <a:schemeClr val="dk1"/>
              </a:buClr>
              <a:buSzPts val="4674"/>
              <a:buNone/>
              <a:defRPr sz="4674"/>
            </a:lvl2pPr>
            <a:lvl3pPr marL="1371600" lvl="2" indent="-228600" algn="l">
              <a:spcBef>
                <a:spcPts val="772"/>
              </a:spcBef>
              <a:spcAft>
                <a:spcPts val="0"/>
              </a:spcAft>
              <a:buClr>
                <a:schemeClr val="dk1"/>
              </a:buClr>
              <a:buSzPts val="3861"/>
              <a:buNone/>
              <a:defRPr sz="3861"/>
            </a:lvl3pPr>
            <a:lvl4pPr marL="1828800" lvl="3" indent="-228600" algn="l">
              <a:spcBef>
                <a:spcPts val="691"/>
              </a:spcBef>
              <a:spcAft>
                <a:spcPts val="0"/>
              </a:spcAft>
              <a:buClr>
                <a:schemeClr val="dk1"/>
              </a:buClr>
              <a:buSzPts val="3454"/>
              <a:buNone/>
              <a:defRPr sz="3454"/>
            </a:lvl4pPr>
            <a:lvl5pPr marL="2286000" lvl="4" indent="-228600" algn="l">
              <a:spcBef>
                <a:spcPts val="691"/>
              </a:spcBef>
              <a:spcAft>
                <a:spcPts val="0"/>
              </a:spcAft>
              <a:buClr>
                <a:schemeClr val="dk1"/>
              </a:buClr>
              <a:buSzPts val="3454"/>
              <a:buNone/>
              <a:defRPr sz="3454"/>
            </a:lvl5pPr>
            <a:lvl6pPr marL="2743200" lvl="5" indent="-228600" algn="l">
              <a:spcBef>
                <a:spcPts val="691"/>
              </a:spcBef>
              <a:spcAft>
                <a:spcPts val="0"/>
              </a:spcAft>
              <a:buClr>
                <a:schemeClr val="dk1"/>
              </a:buClr>
              <a:buSzPts val="3454"/>
              <a:buNone/>
              <a:defRPr sz="3454"/>
            </a:lvl6pPr>
            <a:lvl7pPr marL="3200400" lvl="6" indent="-228600" algn="l">
              <a:spcBef>
                <a:spcPts val="691"/>
              </a:spcBef>
              <a:spcAft>
                <a:spcPts val="0"/>
              </a:spcAft>
              <a:buClr>
                <a:schemeClr val="dk1"/>
              </a:buClr>
              <a:buSzPts val="3454"/>
              <a:buNone/>
              <a:defRPr sz="3454"/>
            </a:lvl7pPr>
            <a:lvl8pPr marL="3657600" lvl="7" indent="-228600" algn="l">
              <a:spcBef>
                <a:spcPts val="691"/>
              </a:spcBef>
              <a:spcAft>
                <a:spcPts val="0"/>
              </a:spcAft>
              <a:buClr>
                <a:schemeClr val="dk1"/>
              </a:buClr>
              <a:buSzPts val="3454"/>
              <a:buNone/>
              <a:defRPr sz="3454"/>
            </a:lvl8pPr>
            <a:lvl9pPr marL="4114800" lvl="8" indent="-228600" algn="l">
              <a:spcBef>
                <a:spcPts val="691"/>
              </a:spcBef>
              <a:spcAft>
                <a:spcPts val="0"/>
              </a:spcAft>
              <a:buClr>
                <a:schemeClr val="dk1"/>
              </a:buClr>
              <a:buSzPts val="3454"/>
              <a:buNone/>
              <a:defRPr sz="3454"/>
            </a:lvl9pPr>
          </a:lstStyle>
          <a:p>
            <a:endParaRPr/>
          </a:p>
        </p:txBody>
      </p:sp>
      <p:sp>
        <p:nvSpPr>
          <p:cNvPr id="69" name="Google Shape;69;p11"/>
          <p:cNvSpPr txBox="1">
            <a:spLocks noGrp="1"/>
          </p:cNvSpPr>
          <p:nvPr>
            <p:ph type="dt" idx="10"/>
          </p:nvPr>
        </p:nvSpPr>
        <p:spPr>
          <a:xfrm>
            <a:off x="1829043" y="30510162"/>
            <a:ext cx="8533917" cy="175355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49525" tIns="174750" rIns="349525" bIns="17475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0" name="Google Shape;70;p11"/>
          <p:cNvSpPr txBox="1">
            <a:spLocks noGrp="1"/>
          </p:cNvSpPr>
          <p:nvPr>
            <p:ph type="ftr" idx="11"/>
          </p:nvPr>
        </p:nvSpPr>
        <p:spPr>
          <a:xfrm>
            <a:off x="12496840" y="30510162"/>
            <a:ext cx="11582320" cy="175355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49525" tIns="174750" rIns="349525" bIns="17475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1" name="Google Shape;71;p11"/>
          <p:cNvSpPr txBox="1">
            <a:spLocks noGrp="1"/>
          </p:cNvSpPr>
          <p:nvPr>
            <p:ph type="sldNum" idx="12"/>
          </p:nvPr>
        </p:nvSpPr>
        <p:spPr>
          <a:xfrm>
            <a:off x="26213043" y="30510162"/>
            <a:ext cx="8533917" cy="175355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49525" tIns="174750" rIns="349525" bIns="174750" anchor="ctr" anchorCtr="0">
            <a:noAutofit/>
          </a:bodyPr>
          <a:lstStyle>
            <a:lvl1pPr marL="0" marR="0" lvl="0" indent="0" algn="r">
              <a:spcBef>
                <a:spcPts val="0"/>
              </a:spcBef>
              <a:spcAft>
                <a:spcPts val="0"/>
              </a:spcAft>
              <a:buNone/>
              <a:defRPr sz="4674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spcBef>
                <a:spcPts val="0"/>
              </a:spcBef>
              <a:spcAft>
                <a:spcPts val="0"/>
              </a:spcAft>
              <a:buNone/>
              <a:defRPr sz="4674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spcBef>
                <a:spcPts val="0"/>
              </a:spcBef>
              <a:spcAft>
                <a:spcPts val="0"/>
              </a:spcAft>
              <a:buNone/>
              <a:defRPr sz="4674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spcBef>
                <a:spcPts val="0"/>
              </a:spcBef>
              <a:spcAft>
                <a:spcPts val="0"/>
              </a:spcAft>
              <a:buNone/>
              <a:defRPr sz="4674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spcBef>
                <a:spcPts val="0"/>
              </a:spcBef>
              <a:spcAft>
                <a:spcPts val="0"/>
              </a:spcAft>
              <a:buNone/>
              <a:defRPr sz="4674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spcBef>
                <a:spcPts val="0"/>
              </a:spcBef>
              <a:spcAft>
                <a:spcPts val="0"/>
              </a:spcAft>
              <a:buNone/>
              <a:defRPr sz="4674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spcBef>
                <a:spcPts val="0"/>
              </a:spcBef>
              <a:spcAft>
                <a:spcPts val="0"/>
              </a:spcAft>
              <a:buNone/>
              <a:defRPr sz="4674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spcBef>
                <a:spcPts val="0"/>
              </a:spcBef>
              <a:spcAft>
                <a:spcPts val="0"/>
              </a:spcAft>
              <a:buNone/>
              <a:defRPr sz="4674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spcBef>
                <a:spcPts val="0"/>
              </a:spcBef>
              <a:spcAft>
                <a:spcPts val="0"/>
              </a:spcAft>
              <a:buNone/>
              <a:defRPr sz="4674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Vertical Text" type="vertTx">
  <p:cSld name="VERTICAL_TEXT">
    <p:spTree>
      <p:nvGrpSpPr>
        <p:cNvPr id="1" name="Shape 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Google Shape;73;p12"/>
          <p:cNvSpPr txBox="1">
            <a:spLocks noGrp="1"/>
          </p:cNvSpPr>
          <p:nvPr>
            <p:ph type="title"/>
          </p:nvPr>
        </p:nvSpPr>
        <p:spPr>
          <a:xfrm>
            <a:off x="1829042" y="1318072"/>
            <a:ext cx="32917916" cy="5487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49525" tIns="174750" rIns="349525" bIns="17475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4" name="Google Shape;74;p12"/>
          <p:cNvSpPr txBox="1">
            <a:spLocks noGrp="1"/>
          </p:cNvSpPr>
          <p:nvPr>
            <p:ph type="body" idx="1"/>
          </p:nvPr>
        </p:nvSpPr>
        <p:spPr>
          <a:xfrm rot="5400000">
            <a:off x="7425523" y="2084045"/>
            <a:ext cx="21724953" cy="3291791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49525" tIns="174750" rIns="349525" bIns="174750" anchor="t" anchorCtr="0">
            <a:noAutofit/>
          </a:bodyPr>
          <a:lstStyle>
            <a:lvl1pPr marL="457200" lvl="0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75" name="Google Shape;75;p12"/>
          <p:cNvSpPr txBox="1">
            <a:spLocks noGrp="1"/>
          </p:cNvSpPr>
          <p:nvPr>
            <p:ph type="dt" idx="10"/>
          </p:nvPr>
        </p:nvSpPr>
        <p:spPr>
          <a:xfrm>
            <a:off x="1829043" y="30510162"/>
            <a:ext cx="8533917" cy="175355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49525" tIns="174750" rIns="349525" bIns="17475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6" name="Google Shape;76;p12"/>
          <p:cNvSpPr txBox="1">
            <a:spLocks noGrp="1"/>
          </p:cNvSpPr>
          <p:nvPr>
            <p:ph type="ftr" idx="11"/>
          </p:nvPr>
        </p:nvSpPr>
        <p:spPr>
          <a:xfrm>
            <a:off x="12496840" y="30510162"/>
            <a:ext cx="11582320" cy="175355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49525" tIns="174750" rIns="349525" bIns="17475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7" name="Google Shape;77;p12"/>
          <p:cNvSpPr txBox="1">
            <a:spLocks noGrp="1"/>
          </p:cNvSpPr>
          <p:nvPr>
            <p:ph type="sldNum" idx="12"/>
          </p:nvPr>
        </p:nvSpPr>
        <p:spPr>
          <a:xfrm>
            <a:off x="26213043" y="30510162"/>
            <a:ext cx="8533917" cy="175355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49525" tIns="174750" rIns="349525" bIns="174750" anchor="ctr" anchorCtr="0">
            <a:noAutofit/>
          </a:bodyPr>
          <a:lstStyle>
            <a:lvl1pPr marL="0" marR="0" lvl="0" indent="0" algn="r">
              <a:spcBef>
                <a:spcPts val="0"/>
              </a:spcBef>
              <a:spcAft>
                <a:spcPts val="0"/>
              </a:spcAft>
              <a:buNone/>
              <a:defRPr sz="4674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spcBef>
                <a:spcPts val="0"/>
              </a:spcBef>
              <a:spcAft>
                <a:spcPts val="0"/>
              </a:spcAft>
              <a:buNone/>
              <a:defRPr sz="4674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spcBef>
                <a:spcPts val="0"/>
              </a:spcBef>
              <a:spcAft>
                <a:spcPts val="0"/>
              </a:spcAft>
              <a:buNone/>
              <a:defRPr sz="4674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spcBef>
                <a:spcPts val="0"/>
              </a:spcBef>
              <a:spcAft>
                <a:spcPts val="0"/>
              </a:spcAft>
              <a:buNone/>
              <a:defRPr sz="4674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spcBef>
                <a:spcPts val="0"/>
              </a:spcBef>
              <a:spcAft>
                <a:spcPts val="0"/>
              </a:spcAft>
              <a:buNone/>
              <a:defRPr sz="4674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spcBef>
                <a:spcPts val="0"/>
              </a:spcBef>
              <a:spcAft>
                <a:spcPts val="0"/>
              </a:spcAft>
              <a:buNone/>
              <a:defRPr sz="4674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spcBef>
                <a:spcPts val="0"/>
              </a:spcBef>
              <a:spcAft>
                <a:spcPts val="0"/>
              </a:spcAft>
              <a:buNone/>
              <a:defRPr sz="4674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spcBef>
                <a:spcPts val="0"/>
              </a:spcBef>
              <a:spcAft>
                <a:spcPts val="0"/>
              </a:spcAft>
              <a:buNone/>
              <a:defRPr sz="4674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spcBef>
                <a:spcPts val="0"/>
              </a:spcBef>
              <a:spcAft>
                <a:spcPts val="0"/>
              </a:spcAft>
              <a:buNone/>
              <a:defRPr sz="4674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Vertical Title and Text" type="vertTitleAndTx">
  <p:cSld name="VERTICAL_TITLE_AND_VERTICAL_TEXT">
    <p:spTree>
      <p:nvGrpSpPr>
        <p:cNvPr id="1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3"/>
          <p:cNvSpPr txBox="1">
            <a:spLocks noGrp="1"/>
          </p:cNvSpPr>
          <p:nvPr>
            <p:ph type="title"/>
          </p:nvPr>
        </p:nvSpPr>
        <p:spPr>
          <a:xfrm rot="5400000">
            <a:off x="85751673" y="53160931"/>
            <a:ext cx="134820662" cy="4114800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49525" tIns="174750" rIns="349525" bIns="17475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0" name="Google Shape;80;p13"/>
          <p:cNvSpPr txBox="1">
            <a:spLocks noGrp="1"/>
          </p:cNvSpPr>
          <p:nvPr>
            <p:ph type="body" idx="1"/>
          </p:nvPr>
        </p:nvSpPr>
        <p:spPr>
          <a:xfrm rot="5400000">
            <a:off x="3150869" y="12317731"/>
            <a:ext cx="134820662" cy="122834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49525" tIns="174750" rIns="349525" bIns="174750" anchor="t" anchorCtr="0">
            <a:noAutofit/>
          </a:bodyPr>
          <a:lstStyle>
            <a:lvl1pPr marL="457200" lvl="0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81" name="Google Shape;81;p13"/>
          <p:cNvSpPr txBox="1">
            <a:spLocks noGrp="1"/>
          </p:cNvSpPr>
          <p:nvPr>
            <p:ph type="dt" idx="10"/>
          </p:nvPr>
        </p:nvSpPr>
        <p:spPr>
          <a:xfrm>
            <a:off x="1829043" y="30510162"/>
            <a:ext cx="8533917" cy="175355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49525" tIns="174750" rIns="349525" bIns="17475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2" name="Google Shape;82;p13"/>
          <p:cNvSpPr txBox="1">
            <a:spLocks noGrp="1"/>
          </p:cNvSpPr>
          <p:nvPr>
            <p:ph type="ftr" idx="11"/>
          </p:nvPr>
        </p:nvSpPr>
        <p:spPr>
          <a:xfrm>
            <a:off x="12496840" y="30510162"/>
            <a:ext cx="11582320" cy="175355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49525" tIns="174750" rIns="349525" bIns="17475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3" name="Google Shape;83;p13"/>
          <p:cNvSpPr txBox="1">
            <a:spLocks noGrp="1"/>
          </p:cNvSpPr>
          <p:nvPr>
            <p:ph type="sldNum" idx="12"/>
          </p:nvPr>
        </p:nvSpPr>
        <p:spPr>
          <a:xfrm>
            <a:off x="26213043" y="30510162"/>
            <a:ext cx="8533917" cy="175355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49525" tIns="174750" rIns="349525" bIns="174750" anchor="ctr" anchorCtr="0">
            <a:noAutofit/>
          </a:bodyPr>
          <a:lstStyle>
            <a:lvl1pPr marL="0" marR="0" lvl="0" indent="0" algn="r">
              <a:spcBef>
                <a:spcPts val="0"/>
              </a:spcBef>
              <a:spcAft>
                <a:spcPts val="0"/>
              </a:spcAft>
              <a:buNone/>
              <a:defRPr sz="4674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spcBef>
                <a:spcPts val="0"/>
              </a:spcBef>
              <a:spcAft>
                <a:spcPts val="0"/>
              </a:spcAft>
              <a:buNone/>
              <a:defRPr sz="4674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spcBef>
                <a:spcPts val="0"/>
              </a:spcBef>
              <a:spcAft>
                <a:spcPts val="0"/>
              </a:spcAft>
              <a:buNone/>
              <a:defRPr sz="4674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spcBef>
                <a:spcPts val="0"/>
              </a:spcBef>
              <a:spcAft>
                <a:spcPts val="0"/>
              </a:spcAft>
              <a:buNone/>
              <a:defRPr sz="4674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spcBef>
                <a:spcPts val="0"/>
              </a:spcBef>
              <a:spcAft>
                <a:spcPts val="0"/>
              </a:spcAft>
              <a:buNone/>
              <a:defRPr sz="4674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spcBef>
                <a:spcPts val="0"/>
              </a:spcBef>
              <a:spcAft>
                <a:spcPts val="0"/>
              </a:spcAft>
              <a:buNone/>
              <a:defRPr sz="4674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spcBef>
                <a:spcPts val="0"/>
              </a:spcBef>
              <a:spcAft>
                <a:spcPts val="0"/>
              </a:spcAft>
              <a:buNone/>
              <a:defRPr sz="4674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spcBef>
                <a:spcPts val="0"/>
              </a:spcBef>
              <a:spcAft>
                <a:spcPts val="0"/>
              </a:spcAft>
              <a:buNone/>
              <a:defRPr sz="4674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spcBef>
                <a:spcPts val="0"/>
              </a:spcBef>
              <a:spcAft>
                <a:spcPts val="0"/>
              </a:spcAft>
              <a:buNone/>
              <a:defRPr sz="4674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>
            <a:spLocks noGrp="1"/>
          </p:cNvSpPr>
          <p:nvPr>
            <p:ph type="title"/>
          </p:nvPr>
        </p:nvSpPr>
        <p:spPr>
          <a:xfrm>
            <a:off x="1829042" y="1318072"/>
            <a:ext cx="32917916" cy="5487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49525" tIns="174750" rIns="349525" bIns="174750" anchor="ctr" anchorCtr="0">
            <a:no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17069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17069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17069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17069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17069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17069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17069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17069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17069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1" name="Google Shape;11;p2"/>
          <p:cNvSpPr txBox="1">
            <a:spLocks noGrp="1"/>
          </p:cNvSpPr>
          <p:nvPr>
            <p:ph type="body" idx="1"/>
          </p:nvPr>
        </p:nvSpPr>
        <p:spPr>
          <a:xfrm>
            <a:off x="1829042" y="7680526"/>
            <a:ext cx="32917916" cy="2172495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49525" tIns="174750" rIns="349525" bIns="174750" anchor="t" anchorCtr="0">
            <a:noAutofit/>
          </a:bodyPr>
          <a:lstStyle>
            <a:lvl1pPr marL="457200" marR="0" lvl="0" indent="-1015682" algn="l" rtl="0">
              <a:spcBef>
                <a:spcPts val="2479"/>
              </a:spcBef>
              <a:spcAft>
                <a:spcPts val="0"/>
              </a:spcAft>
              <a:buClr>
                <a:schemeClr val="dk1"/>
              </a:buClr>
              <a:buSzPts val="12395"/>
              <a:buFont typeface="Arial"/>
              <a:buChar char="•"/>
              <a:defRPr sz="12395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918908" algn="l" rtl="0">
              <a:spcBef>
                <a:spcPts val="2174"/>
              </a:spcBef>
              <a:spcAft>
                <a:spcPts val="0"/>
              </a:spcAft>
              <a:buClr>
                <a:schemeClr val="dk1"/>
              </a:buClr>
              <a:buSzPts val="10871"/>
              <a:buFont typeface="Arial"/>
              <a:buChar char="–"/>
              <a:defRPr sz="10871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822134" algn="l" rtl="0">
              <a:spcBef>
                <a:spcPts val="1869"/>
              </a:spcBef>
              <a:spcAft>
                <a:spcPts val="0"/>
              </a:spcAft>
              <a:buClr>
                <a:schemeClr val="dk1"/>
              </a:buClr>
              <a:buSzPts val="9347"/>
              <a:buFont typeface="Arial"/>
              <a:buChar char="•"/>
              <a:defRPr sz="9347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718947" algn="l" rtl="0">
              <a:spcBef>
                <a:spcPts val="1544"/>
              </a:spcBef>
              <a:spcAft>
                <a:spcPts val="0"/>
              </a:spcAft>
              <a:buClr>
                <a:schemeClr val="dk1"/>
              </a:buClr>
              <a:buSzPts val="7722"/>
              <a:buFont typeface="Arial"/>
              <a:buChar char="–"/>
              <a:defRPr sz="7722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718947" algn="l" rtl="0">
              <a:spcBef>
                <a:spcPts val="1544"/>
              </a:spcBef>
              <a:spcAft>
                <a:spcPts val="0"/>
              </a:spcAft>
              <a:buClr>
                <a:schemeClr val="dk1"/>
              </a:buClr>
              <a:buSzPts val="7722"/>
              <a:buFont typeface="Arial"/>
              <a:buChar char="»"/>
              <a:defRPr sz="7722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718947" algn="l" rtl="0">
              <a:spcBef>
                <a:spcPts val="1544"/>
              </a:spcBef>
              <a:spcAft>
                <a:spcPts val="0"/>
              </a:spcAft>
              <a:buClr>
                <a:schemeClr val="dk1"/>
              </a:buClr>
              <a:buSzPts val="7722"/>
              <a:buFont typeface="Arial"/>
              <a:buChar char="•"/>
              <a:defRPr sz="7722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718947" algn="l" rtl="0">
              <a:spcBef>
                <a:spcPts val="1544"/>
              </a:spcBef>
              <a:spcAft>
                <a:spcPts val="0"/>
              </a:spcAft>
              <a:buClr>
                <a:schemeClr val="dk1"/>
              </a:buClr>
              <a:buSzPts val="7722"/>
              <a:buFont typeface="Arial"/>
              <a:buChar char="•"/>
              <a:defRPr sz="7722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718947" algn="l" rtl="0">
              <a:spcBef>
                <a:spcPts val="1544"/>
              </a:spcBef>
              <a:spcAft>
                <a:spcPts val="0"/>
              </a:spcAft>
              <a:buClr>
                <a:schemeClr val="dk1"/>
              </a:buClr>
              <a:buSzPts val="7722"/>
              <a:buFont typeface="Arial"/>
              <a:buChar char="•"/>
              <a:defRPr sz="7722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718946" algn="l" rtl="0">
              <a:spcBef>
                <a:spcPts val="1544"/>
              </a:spcBef>
              <a:spcAft>
                <a:spcPts val="0"/>
              </a:spcAft>
              <a:buClr>
                <a:schemeClr val="dk1"/>
              </a:buClr>
              <a:buSzPts val="7722"/>
              <a:buFont typeface="Arial"/>
              <a:buChar char="•"/>
              <a:defRPr sz="7722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2" name="Google Shape;12;p2"/>
          <p:cNvSpPr txBox="1">
            <a:spLocks noGrp="1"/>
          </p:cNvSpPr>
          <p:nvPr>
            <p:ph type="dt" idx="10"/>
          </p:nvPr>
        </p:nvSpPr>
        <p:spPr>
          <a:xfrm>
            <a:off x="1829043" y="30510162"/>
            <a:ext cx="8533917" cy="175355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49525" tIns="174750" rIns="349525" bIns="174750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4674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6908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6908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6908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6908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6908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6908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6908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6908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3" name="Google Shape;13;p2"/>
          <p:cNvSpPr txBox="1">
            <a:spLocks noGrp="1"/>
          </p:cNvSpPr>
          <p:nvPr>
            <p:ph type="ftr" idx="11"/>
          </p:nvPr>
        </p:nvSpPr>
        <p:spPr>
          <a:xfrm>
            <a:off x="12496840" y="30510162"/>
            <a:ext cx="11582320" cy="175355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49525" tIns="174750" rIns="349525" bIns="174750" anchor="ctr" anchorCtr="0">
            <a:no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4674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6908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6908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6908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6908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6908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6908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6908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6908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4" name="Google Shape;14;p2"/>
          <p:cNvSpPr txBox="1">
            <a:spLocks noGrp="1"/>
          </p:cNvSpPr>
          <p:nvPr>
            <p:ph type="sldNum" idx="12"/>
          </p:nvPr>
        </p:nvSpPr>
        <p:spPr>
          <a:xfrm>
            <a:off x="26213043" y="30510162"/>
            <a:ext cx="8533917" cy="175355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49525" tIns="174750" rIns="349525" bIns="174750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spcAft>
                <a:spcPts val="0"/>
              </a:spcAft>
              <a:buNone/>
              <a:defRPr sz="4674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 rtl="0">
              <a:spcBef>
                <a:spcPts val="0"/>
              </a:spcBef>
              <a:spcAft>
                <a:spcPts val="0"/>
              </a:spcAft>
              <a:buNone/>
              <a:defRPr sz="4674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 rtl="0">
              <a:spcBef>
                <a:spcPts val="0"/>
              </a:spcBef>
              <a:spcAft>
                <a:spcPts val="0"/>
              </a:spcAft>
              <a:buNone/>
              <a:defRPr sz="4674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 rtl="0">
              <a:spcBef>
                <a:spcPts val="0"/>
              </a:spcBef>
              <a:spcAft>
                <a:spcPts val="0"/>
              </a:spcAft>
              <a:buNone/>
              <a:defRPr sz="4674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 rtl="0">
              <a:spcBef>
                <a:spcPts val="0"/>
              </a:spcBef>
              <a:spcAft>
                <a:spcPts val="0"/>
              </a:spcAft>
              <a:buNone/>
              <a:defRPr sz="4674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 rtl="0">
              <a:spcBef>
                <a:spcPts val="0"/>
              </a:spcBef>
              <a:spcAft>
                <a:spcPts val="0"/>
              </a:spcAft>
              <a:buNone/>
              <a:defRPr sz="4674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 rtl="0">
              <a:spcBef>
                <a:spcPts val="0"/>
              </a:spcBef>
              <a:spcAft>
                <a:spcPts val="0"/>
              </a:spcAft>
              <a:buNone/>
              <a:defRPr sz="4674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 rtl="0">
              <a:spcBef>
                <a:spcPts val="0"/>
              </a:spcBef>
              <a:spcAft>
                <a:spcPts val="0"/>
              </a:spcAft>
              <a:buNone/>
              <a:defRPr sz="4674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 rtl="0">
              <a:spcBef>
                <a:spcPts val="0"/>
              </a:spcBef>
              <a:spcAft>
                <a:spcPts val="0"/>
              </a:spcAft>
              <a:buNone/>
              <a:defRPr sz="4674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sv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4.svg"/><Relationship Id="rId4" Type="http://schemas.openxmlformats.org/officeDocument/2006/relationships/image" Target="../media/image3.sv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88">
          <a:extLst>
            <a:ext uri="{FF2B5EF4-FFF2-40B4-BE49-F238E27FC236}">
              <a16:creationId xmlns:a16="http://schemas.microsoft.com/office/drawing/2014/main" id="{DB6041BE-7EEB-832C-5DBE-D4E76D7FBF9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Graphic 2">
            <a:extLst>
              <a:ext uri="{FF2B5EF4-FFF2-40B4-BE49-F238E27FC236}">
                <a16:creationId xmlns:a16="http://schemas.microsoft.com/office/drawing/2014/main" id="{DC340D88-C69B-6829-6024-28783F8047F5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0" y="5041317"/>
            <a:ext cx="36576000" cy="2283576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6572313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Graphic 3">
            <a:extLst>
              <a:ext uri="{FF2B5EF4-FFF2-40B4-BE49-F238E27FC236}">
                <a16:creationId xmlns:a16="http://schemas.microsoft.com/office/drawing/2014/main" id="{22B0A3EE-6EEF-B568-7A07-240C948FA381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 l="12004" b="19421"/>
          <a:stretch>
            <a:fillRect/>
          </a:stretch>
        </p:blipFill>
        <p:spPr>
          <a:xfrm>
            <a:off x="4390568" y="9853684"/>
            <a:ext cx="32185431" cy="18585318"/>
          </a:xfrm>
          <a:prstGeom prst="rect">
            <a:avLst/>
          </a:prstGeom>
        </p:spPr>
      </p:pic>
      <p:pic>
        <p:nvPicPr>
          <p:cNvPr id="9" name="Graphic 8">
            <a:extLst>
              <a:ext uri="{FF2B5EF4-FFF2-40B4-BE49-F238E27FC236}">
                <a16:creationId xmlns:a16="http://schemas.microsoft.com/office/drawing/2014/main" id="{6003E364-BF54-8FBE-51A3-BD2A3D498432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23404965" y="13248473"/>
            <a:ext cx="4255635" cy="3711270"/>
          </a:xfrm>
          <a:prstGeom prst="rect">
            <a:avLst/>
          </a:prstGeom>
        </p:spPr>
      </p:pic>
      <p:pic>
        <p:nvPicPr>
          <p:cNvPr id="13" name="Graphic 12">
            <a:extLst>
              <a:ext uri="{FF2B5EF4-FFF2-40B4-BE49-F238E27FC236}">
                <a16:creationId xmlns:a16="http://schemas.microsoft.com/office/drawing/2014/main" id="{5B09130F-FE77-340B-3A1A-69548F04AC34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11598495" y="22776062"/>
            <a:ext cx="4620578" cy="3652692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F12463FB-BD79-BF93-5BF4-71DEB75C0638}"/>
              </a:ext>
            </a:extLst>
          </p:cNvPr>
          <p:cNvSpPr txBox="1"/>
          <p:nvPr/>
        </p:nvSpPr>
        <p:spPr>
          <a:xfrm>
            <a:off x="5382866" y="12237466"/>
            <a:ext cx="1074203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0" b="1" dirty="0"/>
              <a:t>A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660D6EB9-E224-DB96-6D11-D60D7FCD6D15}"/>
              </a:ext>
            </a:extLst>
          </p:cNvPr>
          <p:cNvSpPr txBox="1"/>
          <p:nvPr/>
        </p:nvSpPr>
        <p:spPr>
          <a:xfrm>
            <a:off x="20230270" y="12238430"/>
            <a:ext cx="1074203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0" b="1" dirty="0"/>
              <a:t>B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2CB3C4C3-8648-C968-83C4-B34ABEDFC8AE}"/>
              </a:ext>
            </a:extLst>
          </p:cNvPr>
          <p:cNvSpPr txBox="1"/>
          <p:nvPr/>
        </p:nvSpPr>
        <p:spPr>
          <a:xfrm>
            <a:off x="2299293" y="11813345"/>
            <a:ext cx="2179856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7200" dirty="0"/>
              <a:t>3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2741DF6E-BD34-6766-6945-E3B805E3ACA3}"/>
              </a:ext>
            </a:extLst>
          </p:cNvPr>
          <p:cNvSpPr txBox="1"/>
          <p:nvPr/>
        </p:nvSpPr>
        <p:spPr>
          <a:xfrm>
            <a:off x="2299290" y="14525376"/>
            <a:ext cx="2179856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7200" dirty="0"/>
              <a:t>2.5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FBE6EEBD-BCE9-06FA-7519-F9E43213F71E}"/>
              </a:ext>
            </a:extLst>
          </p:cNvPr>
          <p:cNvSpPr txBox="1"/>
          <p:nvPr/>
        </p:nvSpPr>
        <p:spPr>
          <a:xfrm>
            <a:off x="2299290" y="17232858"/>
            <a:ext cx="2179856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7200" dirty="0"/>
              <a:t>2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67B1AF70-498C-1FB2-8DDC-1D3A57F8CBA3}"/>
              </a:ext>
            </a:extLst>
          </p:cNvPr>
          <p:cNvSpPr txBox="1"/>
          <p:nvPr/>
        </p:nvSpPr>
        <p:spPr>
          <a:xfrm>
            <a:off x="2299291" y="19940340"/>
            <a:ext cx="2179856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7200" dirty="0"/>
              <a:t>1.5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946C87E8-9B57-A50C-35FF-86A91231767F}"/>
              </a:ext>
            </a:extLst>
          </p:cNvPr>
          <p:cNvSpPr txBox="1"/>
          <p:nvPr/>
        </p:nvSpPr>
        <p:spPr>
          <a:xfrm>
            <a:off x="2299294" y="22650204"/>
            <a:ext cx="2179856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7200" dirty="0"/>
              <a:t>1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6F1822BD-B799-EF05-0FF7-2CBC751E244B}"/>
              </a:ext>
            </a:extLst>
          </p:cNvPr>
          <p:cNvSpPr txBox="1"/>
          <p:nvPr/>
        </p:nvSpPr>
        <p:spPr>
          <a:xfrm>
            <a:off x="2299293" y="25357669"/>
            <a:ext cx="2179856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7200" dirty="0"/>
              <a:t>0.5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E8CEFFF4-BB0B-7FB5-71AD-5048FD7F099D}"/>
              </a:ext>
            </a:extLst>
          </p:cNvPr>
          <p:cNvSpPr txBox="1"/>
          <p:nvPr/>
        </p:nvSpPr>
        <p:spPr>
          <a:xfrm>
            <a:off x="4390569" y="28743807"/>
            <a:ext cx="2179856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7200" dirty="0"/>
              <a:t>0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7A3365D2-80EA-4E94-83A5-A5CE5B41F7F8}"/>
              </a:ext>
            </a:extLst>
          </p:cNvPr>
          <p:cNvSpPr txBox="1"/>
          <p:nvPr/>
        </p:nvSpPr>
        <p:spPr>
          <a:xfrm>
            <a:off x="6740069" y="28743806"/>
            <a:ext cx="2179856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7200" dirty="0"/>
              <a:t>50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4AA48AB6-1449-B956-8625-FFE5BE9F9ED6}"/>
              </a:ext>
            </a:extLst>
          </p:cNvPr>
          <p:cNvSpPr txBox="1"/>
          <p:nvPr/>
        </p:nvSpPr>
        <p:spPr>
          <a:xfrm>
            <a:off x="9089569" y="28743806"/>
            <a:ext cx="2179856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7200" dirty="0"/>
              <a:t>100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8E781169-A1F4-3A10-D5B0-55C6D2CDF57D}"/>
              </a:ext>
            </a:extLst>
          </p:cNvPr>
          <p:cNvSpPr txBox="1"/>
          <p:nvPr/>
        </p:nvSpPr>
        <p:spPr>
          <a:xfrm>
            <a:off x="11438718" y="28743805"/>
            <a:ext cx="2179856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7200" dirty="0"/>
              <a:t>150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CD2CBA12-87B3-F599-DB5C-E38CAC043871}"/>
              </a:ext>
            </a:extLst>
          </p:cNvPr>
          <p:cNvSpPr txBox="1"/>
          <p:nvPr/>
        </p:nvSpPr>
        <p:spPr>
          <a:xfrm>
            <a:off x="13790248" y="28743804"/>
            <a:ext cx="2179856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7200" dirty="0"/>
              <a:t>200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DABCFD0A-6D7C-6CB8-A103-7C971C9B703F}"/>
              </a:ext>
            </a:extLst>
          </p:cNvPr>
          <p:cNvSpPr txBox="1"/>
          <p:nvPr/>
        </p:nvSpPr>
        <p:spPr>
          <a:xfrm>
            <a:off x="16137017" y="28743803"/>
            <a:ext cx="2179856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7200" dirty="0"/>
              <a:t>250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9AFFBA9-05BA-6A75-9AAB-00B113396712}"/>
              </a:ext>
            </a:extLst>
          </p:cNvPr>
          <p:cNvSpPr txBox="1"/>
          <p:nvPr/>
        </p:nvSpPr>
        <p:spPr>
          <a:xfrm>
            <a:off x="19240139" y="28743803"/>
            <a:ext cx="2179856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7200" dirty="0"/>
              <a:t>0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98A67D50-5F3A-EA2F-37AA-D2C47C5775BD}"/>
              </a:ext>
            </a:extLst>
          </p:cNvPr>
          <p:cNvSpPr txBox="1"/>
          <p:nvPr/>
        </p:nvSpPr>
        <p:spPr>
          <a:xfrm>
            <a:off x="21590341" y="28743803"/>
            <a:ext cx="2179856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7200" dirty="0"/>
              <a:t>50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D68A40AE-195D-A645-E272-8BD5C80915B5}"/>
              </a:ext>
            </a:extLst>
          </p:cNvPr>
          <p:cNvSpPr txBox="1"/>
          <p:nvPr/>
        </p:nvSpPr>
        <p:spPr>
          <a:xfrm>
            <a:off x="23936407" y="28743803"/>
            <a:ext cx="2179856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7200" dirty="0"/>
              <a:t>100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9600AB57-592B-C0F1-258E-A26833A7427A}"/>
              </a:ext>
            </a:extLst>
          </p:cNvPr>
          <p:cNvSpPr txBox="1"/>
          <p:nvPr/>
        </p:nvSpPr>
        <p:spPr>
          <a:xfrm>
            <a:off x="26289346" y="28743803"/>
            <a:ext cx="2179856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7200" dirty="0"/>
              <a:t>150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2097B315-5F53-18C7-F021-964F2BE29155}"/>
              </a:ext>
            </a:extLst>
          </p:cNvPr>
          <p:cNvSpPr txBox="1"/>
          <p:nvPr/>
        </p:nvSpPr>
        <p:spPr>
          <a:xfrm>
            <a:off x="28637084" y="28743803"/>
            <a:ext cx="2179856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7200" dirty="0"/>
              <a:t>200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08110294-A311-307C-B653-CF4325941233}"/>
              </a:ext>
            </a:extLst>
          </p:cNvPr>
          <p:cNvSpPr txBox="1"/>
          <p:nvPr/>
        </p:nvSpPr>
        <p:spPr>
          <a:xfrm>
            <a:off x="30986013" y="28743803"/>
            <a:ext cx="2179856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7200" dirty="0"/>
              <a:t>250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A294F6F5-CEAE-EC1F-F446-779B6D188713}"/>
              </a:ext>
            </a:extLst>
          </p:cNvPr>
          <p:cNvSpPr txBox="1"/>
          <p:nvPr/>
        </p:nvSpPr>
        <p:spPr>
          <a:xfrm rot="16200000">
            <a:off x="-4465099" y="19340175"/>
            <a:ext cx="11605270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7200" dirty="0"/>
              <a:t>Gene count (thousands)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E18F7F8A-071E-8605-B44B-BDD74CA77F2B}"/>
              </a:ext>
            </a:extLst>
          </p:cNvPr>
          <p:cNvSpPr txBox="1"/>
          <p:nvPr/>
        </p:nvSpPr>
        <p:spPr>
          <a:xfrm>
            <a:off x="12861075" y="30678700"/>
            <a:ext cx="11605270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7200" dirty="0"/>
              <a:t>Chromosome size (Mb)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3743</TotalTime>
  <Words>32</Words>
  <Application>Microsoft Office PowerPoint</Application>
  <PresentationFormat>Custom</PresentationFormat>
  <Paragraphs>24</Paragraphs>
  <Slides>2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5" baseType="lpstr">
      <vt:lpstr>Arial</vt:lpstr>
      <vt:lpstr>Calibri</vt:lpstr>
      <vt:lpstr>Office Theme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Tomoni Minamoto</dc:creator>
  <cp:lastModifiedBy>Zhaobo Hu</cp:lastModifiedBy>
  <cp:revision>192</cp:revision>
  <dcterms:created xsi:type="dcterms:W3CDTF">2014-10-11T23:18:25Z</dcterms:created>
  <dcterms:modified xsi:type="dcterms:W3CDTF">2026-05-24T20:47:57Z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SIP_Label_638202f9-8d41-4950-b014-f183e397b746_Enabled">
    <vt:lpwstr>true</vt:lpwstr>
  </property>
  <property fmtid="{D5CDD505-2E9C-101B-9397-08002B2CF9AE}" pid="3" name="MSIP_Label_638202f9-8d41-4950-b014-f183e397b746_SetDate">
    <vt:lpwstr>2025-09-17T17:27:34Z</vt:lpwstr>
  </property>
  <property fmtid="{D5CDD505-2E9C-101B-9397-08002B2CF9AE}" pid="4" name="MSIP_Label_638202f9-8d41-4950-b014-f183e397b746_Method">
    <vt:lpwstr>Standard</vt:lpwstr>
  </property>
  <property fmtid="{D5CDD505-2E9C-101B-9397-08002B2CF9AE}" pid="5" name="MSIP_Label_638202f9-8d41-4950-b014-f183e397b746_Name">
    <vt:lpwstr>defa4170-0d19-0005-0004-bc88714345d2</vt:lpwstr>
  </property>
  <property fmtid="{D5CDD505-2E9C-101B-9397-08002B2CF9AE}" pid="6" name="MSIP_Label_638202f9-8d41-4950-b014-f183e397b746_SiteId">
    <vt:lpwstr>13b3b0ce-cd75-49a4-bfea-0a03b01ff1ab</vt:lpwstr>
  </property>
  <property fmtid="{D5CDD505-2E9C-101B-9397-08002B2CF9AE}" pid="7" name="MSIP_Label_638202f9-8d41-4950-b014-f183e397b746_ActionId">
    <vt:lpwstr>1d70e026-fac1-4c22-9fe5-102c60d3a465</vt:lpwstr>
  </property>
  <property fmtid="{D5CDD505-2E9C-101B-9397-08002B2CF9AE}" pid="8" name="MSIP_Label_638202f9-8d41-4950-b014-f183e397b746_ContentBits">
    <vt:lpwstr>0</vt:lpwstr>
  </property>
  <property fmtid="{D5CDD505-2E9C-101B-9397-08002B2CF9AE}" pid="9" name="MSIP_Label_638202f9-8d41-4950-b014-f183e397b746_Tag">
    <vt:lpwstr>10, 3, 0, 1</vt:lpwstr>
  </property>
</Properties>
</file>