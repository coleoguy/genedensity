
<file path=[Content_Types].xml><?xml version="1.0" encoding="utf-8"?>
<Types xmlns="http://schemas.openxmlformats.org/package/2006/content-types">
  <Default Extension="bin" ContentType="application/vnd.openxmlformats-officedocument.oleObject"/>
  <Default Extension="emf" ContentType="image/x-emf"/>
  <Default Extension="jpeg" ContentType="image/jpe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metadata" ContentType="application/binary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48" r:id="rId1"/>
  </p:sldMasterIdLst>
  <p:notesMasterIdLst>
    <p:notesMasterId r:id="rId4"/>
  </p:notesMasterIdLst>
  <p:sldIdLst>
    <p:sldId id="257" r:id="rId2"/>
    <p:sldId id="256" r:id="rId3"/>
  </p:sldIdLst>
  <p:sldSz cx="36576000" cy="32918400"/>
  <p:notesSz cx="7010400" cy="92964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0369">
          <p15:clr>
            <a:srgbClr val="A4A3A4"/>
          </p15:clr>
        </p15:guide>
        <p15:guide id="2" pos="11521">
          <p15:clr>
            <a:srgbClr val="A4A3A4"/>
          </p15:clr>
        </p15:guide>
      </p15:sldGuideLst>
    </p:ext>
    <p:ext uri="http://customooxmlschemas.google.com/">
      <go:slidesCustomData xmlns="" xmlns:mc="http://schemas.openxmlformats.org/markup-compatibility/2006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xmlns:go="http://customooxmlschemas.google.com/" r:id="rId10" roundtripDataSignature="AMtx7mhiytGPk8UOxiAGs9KaAxakDbg4SQ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3B528B"/>
    <a:srgbClr val="440154"/>
    <a:srgbClr val="5DC863"/>
    <a:srgbClr val="2C728E"/>
    <a:srgbClr val="21908C"/>
    <a:srgbClr val="27AD81"/>
    <a:srgbClr val="AADC32"/>
    <a:srgbClr val="FDE725"/>
    <a:srgbClr val="472D7B"/>
    <a:srgbClr val="44025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523"/>
    <p:restoredTop sz="94708"/>
  </p:normalViewPr>
  <p:slideViewPr>
    <p:cSldViewPr snapToGrid="0">
      <p:cViewPr varScale="1">
        <p:scale>
          <a:sx n="22" d="100"/>
          <a:sy n="22" d="100"/>
        </p:scale>
        <p:origin x="2226" y="102"/>
      </p:cViewPr>
      <p:guideLst>
        <p:guide orient="horz" pos="10369"/>
        <p:guide pos="11521"/>
      </p:guideLst>
    </p:cSldViewPr>
  </p:slideViewPr>
  <p:notesTextViewPr>
    <p:cViewPr>
      <p:scale>
        <a:sx n="400" d="100"/>
        <a:sy n="4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11" Type="http://schemas.openxmlformats.org/officeDocument/2006/relationships/presProps" Target="presProps.xml"/><Relationship Id="rId10" Type="http://customschemas.google.com/relationships/presentationmetadata" Target="metadata"/><Relationship Id="rId4" Type="http://schemas.openxmlformats.org/officeDocument/2006/relationships/notesMaster" Target="notesMasters/notesMaster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3038475" cy="4651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3150" tIns="46575" rIns="93150" bIns="46575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690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690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690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690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690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690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690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690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" name="Google Shape;4;n"/>
          <p:cNvSpPr txBox="1">
            <a:spLocks noGrp="1"/>
          </p:cNvSpPr>
          <p:nvPr>
            <p:ph type="dt" idx="10"/>
          </p:nvPr>
        </p:nvSpPr>
        <p:spPr>
          <a:xfrm>
            <a:off x="3970338" y="0"/>
            <a:ext cx="3038475" cy="4651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3150" tIns="46575" rIns="93150" bIns="46575" anchor="t" anchorCtr="0">
            <a:noAutofit/>
          </a:bodyPr>
          <a:lstStyle>
            <a:lvl1pPr marR="0" lvl="0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690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690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690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690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690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690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690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690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" name="Google Shape;5;n"/>
          <p:cNvSpPr>
            <a:spLocks noGrp="1" noRot="1" noChangeAspect="1"/>
          </p:cNvSpPr>
          <p:nvPr>
            <p:ph type="sldImg" idx="3"/>
          </p:nvPr>
        </p:nvSpPr>
        <p:spPr>
          <a:xfrm>
            <a:off x="1568450" y="696913"/>
            <a:ext cx="3873500" cy="348615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" name="Google Shape;6;n"/>
          <p:cNvSpPr txBox="1">
            <a:spLocks noGrp="1"/>
          </p:cNvSpPr>
          <p:nvPr>
            <p:ph type="body" idx="1"/>
          </p:nvPr>
        </p:nvSpPr>
        <p:spPr>
          <a:xfrm>
            <a:off x="701675" y="4416425"/>
            <a:ext cx="5607050" cy="41830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3150" tIns="46575" rIns="93150" bIns="46575" anchor="t" anchorCtr="0">
            <a:noAutofit/>
          </a:bodyPr>
          <a:lstStyle>
            <a:lvl1pPr marL="457200" marR="0" lvl="0" indent="-228600" algn="l" rtl="0">
              <a:spcBef>
                <a:spcPts val="1402"/>
              </a:spcBef>
              <a:spcAft>
                <a:spcPts val="0"/>
              </a:spcAft>
              <a:buSzPts val="1400"/>
              <a:buNone/>
              <a:defRPr sz="4674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spcBef>
                <a:spcPts val="1402"/>
              </a:spcBef>
              <a:spcAft>
                <a:spcPts val="0"/>
              </a:spcAft>
              <a:buSzPts val="1400"/>
              <a:buNone/>
              <a:defRPr sz="4674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spcBef>
                <a:spcPts val="1402"/>
              </a:spcBef>
              <a:spcAft>
                <a:spcPts val="0"/>
              </a:spcAft>
              <a:buSzPts val="1400"/>
              <a:buNone/>
              <a:defRPr sz="4674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spcBef>
                <a:spcPts val="1402"/>
              </a:spcBef>
              <a:spcAft>
                <a:spcPts val="0"/>
              </a:spcAft>
              <a:buSzPts val="1400"/>
              <a:buNone/>
              <a:defRPr sz="4674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spcBef>
                <a:spcPts val="1402"/>
              </a:spcBef>
              <a:spcAft>
                <a:spcPts val="0"/>
              </a:spcAft>
              <a:buSzPts val="1400"/>
              <a:buNone/>
              <a:defRPr sz="4674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4674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4674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4674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4674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" name="Google Shape;7;n"/>
          <p:cNvSpPr txBox="1">
            <a:spLocks noGrp="1"/>
          </p:cNvSpPr>
          <p:nvPr>
            <p:ph type="ftr" idx="11"/>
          </p:nvPr>
        </p:nvSpPr>
        <p:spPr>
          <a:xfrm>
            <a:off x="0" y="8829675"/>
            <a:ext cx="3038475" cy="4651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3150" tIns="46575" rIns="93150" bIns="46575" anchor="b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690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690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690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690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690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690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690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690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n"/>
          <p:cNvSpPr txBox="1">
            <a:spLocks noGrp="1"/>
          </p:cNvSpPr>
          <p:nvPr>
            <p:ph type="sldNum" idx="12"/>
          </p:nvPr>
        </p:nvSpPr>
        <p:spPr>
          <a:xfrm>
            <a:off x="3970338" y="8829675"/>
            <a:ext cx="3038475" cy="4651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3150" tIns="46575" rIns="93150" bIns="46575" anchor="b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1568450" y="696913"/>
            <a:ext cx="3873500" cy="348615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miter lim="800000"/>
            <a:headEnd type="none" w="sm" len="sm"/>
            <a:tailEnd type="none" w="sm" len="sm"/>
          </a:ln>
        </p:spPr>
      </p:sp>
      <p:sp>
        <p:nvSpPr>
          <p:cNvPr id="86" name="Google Shape;86;p1:notes"/>
          <p:cNvSpPr txBox="1">
            <a:spLocks noGrp="1"/>
          </p:cNvSpPr>
          <p:nvPr>
            <p:ph type="body" idx="1"/>
          </p:nvPr>
        </p:nvSpPr>
        <p:spPr>
          <a:xfrm>
            <a:off x="701675" y="4416425"/>
            <a:ext cx="5607050" cy="41830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3150" tIns="46575" rIns="93150" bIns="4657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87" name="Google Shape;87;p1:notes"/>
          <p:cNvSpPr txBox="1">
            <a:spLocks noGrp="1"/>
          </p:cNvSpPr>
          <p:nvPr>
            <p:ph type="sldNum" idx="12"/>
          </p:nvPr>
        </p:nvSpPr>
        <p:spPr>
          <a:xfrm>
            <a:off x="3970338" y="8829675"/>
            <a:ext cx="3038475" cy="4651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3150" tIns="46575" rIns="93150" bIns="46575" anchor="b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2</a:t>
            </a:fld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3"/>
          <p:cNvSpPr txBox="1">
            <a:spLocks noGrp="1"/>
          </p:cNvSpPr>
          <p:nvPr>
            <p:ph type="dt" idx="10"/>
          </p:nvPr>
        </p:nvSpPr>
        <p:spPr>
          <a:xfrm>
            <a:off x="1829043" y="30510162"/>
            <a:ext cx="8533917" cy="17535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9525" tIns="174750" rIns="349525" bIns="17475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7" name="Google Shape;17;p3"/>
          <p:cNvSpPr txBox="1">
            <a:spLocks noGrp="1"/>
          </p:cNvSpPr>
          <p:nvPr>
            <p:ph type="ftr" idx="11"/>
          </p:nvPr>
        </p:nvSpPr>
        <p:spPr>
          <a:xfrm>
            <a:off x="12496840" y="30510162"/>
            <a:ext cx="11582320" cy="17535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9525" tIns="174750" rIns="349525" bIns="17475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3"/>
          <p:cNvSpPr txBox="1">
            <a:spLocks noGrp="1"/>
          </p:cNvSpPr>
          <p:nvPr>
            <p:ph type="sldNum" idx="12"/>
          </p:nvPr>
        </p:nvSpPr>
        <p:spPr>
          <a:xfrm>
            <a:off x="26213043" y="30510162"/>
            <a:ext cx="8533917" cy="17535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9525" tIns="174750" rIns="349525" bIns="174750" anchor="ctr" anchorCtr="0">
            <a:noAutofit/>
          </a:bodyPr>
          <a:lstStyle>
            <a:lvl1pPr marL="0" marR="0" lvl="0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 type="obj">
  <p:cSld name="OBJECT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5"/>
          <p:cNvSpPr txBox="1">
            <a:spLocks noGrp="1"/>
          </p:cNvSpPr>
          <p:nvPr>
            <p:ph type="title"/>
          </p:nvPr>
        </p:nvSpPr>
        <p:spPr>
          <a:xfrm>
            <a:off x="1829042" y="1318072"/>
            <a:ext cx="32917916" cy="5487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9525" tIns="174750" rIns="349525" bIns="17475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5"/>
          <p:cNvSpPr txBox="1">
            <a:spLocks noGrp="1"/>
          </p:cNvSpPr>
          <p:nvPr>
            <p:ph type="body" idx="1"/>
          </p:nvPr>
        </p:nvSpPr>
        <p:spPr>
          <a:xfrm>
            <a:off x="1829042" y="7680526"/>
            <a:ext cx="32917916" cy="2172495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9525" tIns="174750" rIns="349525" bIns="174750" anchor="t" anchorCtr="0">
            <a:no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8" name="Google Shape;28;p5"/>
          <p:cNvSpPr txBox="1">
            <a:spLocks noGrp="1"/>
          </p:cNvSpPr>
          <p:nvPr>
            <p:ph type="dt" idx="10"/>
          </p:nvPr>
        </p:nvSpPr>
        <p:spPr>
          <a:xfrm>
            <a:off x="1829043" y="30510162"/>
            <a:ext cx="8533917" cy="17535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9525" tIns="174750" rIns="349525" bIns="17475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9" name="Google Shape;29;p5"/>
          <p:cNvSpPr txBox="1">
            <a:spLocks noGrp="1"/>
          </p:cNvSpPr>
          <p:nvPr>
            <p:ph type="ftr" idx="11"/>
          </p:nvPr>
        </p:nvSpPr>
        <p:spPr>
          <a:xfrm>
            <a:off x="12496840" y="30510162"/>
            <a:ext cx="11582320" cy="17535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9525" tIns="174750" rIns="349525" bIns="17475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0" name="Google Shape;30;p5"/>
          <p:cNvSpPr txBox="1">
            <a:spLocks noGrp="1"/>
          </p:cNvSpPr>
          <p:nvPr>
            <p:ph type="sldNum" idx="12"/>
          </p:nvPr>
        </p:nvSpPr>
        <p:spPr>
          <a:xfrm>
            <a:off x="26213043" y="30510162"/>
            <a:ext cx="8533917" cy="17535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9525" tIns="174750" rIns="349525" bIns="174750" anchor="ctr" anchorCtr="0">
            <a:noAutofit/>
          </a:bodyPr>
          <a:lstStyle>
            <a:lvl1pPr marL="0" marR="0" lvl="0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Google Shape;32;p6"/>
          <p:cNvSpPr txBox="1">
            <a:spLocks noGrp="1"/>
          </p:cNvSpPr>
          <p:nvPr>
            <p:ph type="title"/>
          </p:nvPr>
        </p:nvSpPr>
        <p:spPr>
          <a:xfrm>
            <a:off x="2889253" y="21153122"/>
            <a:ext cx="31089600" cy="65379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9525" tIns="174750" rIns="349525" bIns="174750" anchor="t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5545" b="1" cap="none"/>
            </a:lvl1pPr>
            <a:lvl2pPr lvl="1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3" name="Google Shape;33;p6"/>
          <p:cNvSpPr txBox="1">
            <a:spLocks noGrp="1"/>
          </p:cNvSpPr>
          <p:nvPr>
            <p:ph type="body" idx="1"/>
          </p:nvPr>
        </p:nvSpPr>
        <p:spPr>
          <a:xfrm>
            <a:off x="2889253" y="13952226"/>
            <a:ext cx="31089600" cy="72008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9525" tIns="174750" rIns="349525" bIns="174750" anchor="b" anchorCtr="0">
            <a:noAutofit/>
          </a:bodyPr>
          <a:lstStyle>
            <a:lvl1pPr marL="457200" lvl="0" indent="-228600" algn="l">
              <a:spcBef>
                <a:spcPts val="1544"/>
              </a:spcBef>
              <a:spcAft>
                <a:spcPts val="0"/>
              </a:spcAft>
              <a:buClr>
                <a:srgbClr val="888888"/>
              </a:buClr>
              <a:buSzPts val="7722"/>
              <a:buNone/>
              <a:defRPr sz="7722">
                <a:solidFill>
                  <a:srgbClr val="888888"/>
                </a:solidFill>
              </a:defRPr>
            </a:lvl1pPr>
            <a:lvl2pPr marL="914400" lvl="1" indent="-228600" algn="l">
              <a:spcBef>
                <a:spcPts val="1382"/>
              </a:spcBef>
              <a:spcAft>
                <a:spcPts val="0"/>
              </a:spcAft>
              <a:buClr>
                <a:srgbClr val="888888"/>
              </a:buClr>
              <a:buSzPts val="6909"/>
              <a:buNone/>
              <a:defRPr sz="6908">
                <a:solidFill>
                  <a:srgbClr val="888888"/>
                </a:solidFill>
              </a:defRPr>
            </a:lvl2pPr>
            <a:lvl3pPr marL="1371600" lvl="2" indent="-228600" algn="l">
              <a:spcBef>
                <a:spcPts val="1240"/>
              </a:spcBef>
              <a:spcAft>
                <a:spcPts val="0"/>
              </a:spcAft>
              <a:buClr>
                <a:srgbClr val="888888"/>
              </a:buClr>
              <a:buSzPts val="6198"/>
              <a:buNone/>
              <a:defRPr sz="6198">
                <a:solidFill>
                  <a:srgbClr val="888888"/>
                </a:solidFill>
              </a:defRPr>
            </a:lvl3pPr>
            <a:lvl4pPr marL="1828800" lvl="3" indent="-228600" algn="l">
              <a:spcBef>
                <a:spcPts val="1097"/>
              </a:spcBef>
              <a:spcAft>
                <a:spcPts val="0"/>
              </a:spcAft>
              <a:buClr>
                <a:srgbClr val="888888"/>
              </a:buClr>
              <a:buSzPts val="5486"/>
              <a:buNone/>
              <a:defRPr sz="5486">
                <a:solidFill>
                  <a:srgbClr val="888888"/>
                </a:solidFill>
              </a:defRPr>
            </a:lvl4pPr>
            <a:lvl5pPr marL="2286000" lvl="4" indent="-228600" algn="l">
              <a:spcBef>
                <a:spcPts val="1097"/>
              </a:spcBef>
              <a:spcAft>
                <a:spcPts val="0"/>
              </a:spcAft>
              <a:buClr>
                <a:srgbClr val="888888"/>
              </a:buClr>
              <a:buSzPts val="5486"/>
              <a:buNone/>
              <a:defRPr sz="5486">
                <a:solidFill>
                  <a:srgbClr val="888888"/>
                </a:solidFill>
              </a:defRPr>
            </a:lvl5pPr>
            <a:lvl6pPr marL="2743200" lvl="5" indent="-228600" algn="l">
              <a:spcBef>
                <a:spcPts val="1097"/>
              </a:spcBef>
              <a:spcAft>
                <a:spcPts val="0"/>
              </a:spcAft>
              <a:buClr>
                <a:srgbClr val="888888"/>
              </a:buClr>
              <a:buSzPts val="5486"/>
              <a:buNone/>
              <a:defRPr sz="5486">
                <a:solidFill>
                  <a:srgbClr val="888888"/>
                </a:solidFill>
              </a:defRPr>
            </a:lvl6pPr>
            <a:lvl7pPr marL="3200400" lvl="6" indent="-228600" algn="l">
              <a:spcBef>
                <a:spcPts val="1097"/>
              </a:spcBef>
              <a:spcAft>
                <a:spcPts val="0"/>
              </a:spcAft>
              <a:buClr>
                <a:srgbClr val="888888"/>
              </a:buClr>
              <a:buSzPts val="5486"/>
              <a:buNone/>
              <a:defRPr sz="5486">
                <a:solidFill>
                  <a:srgbClr val="888888"/>
                </a:solidFill>
              </a:defRPr>
            </a:lvl7pPr>
            <a:lvl8pPr marL="3657600" lvl="7" indent="-228600" algn="l">
              <a:spcBef>
                <a:spcPts val="1097"/>
              </a:spcBef>
              <a:spcAft>
                <a:spcPts val="0"/>
              </a:spcAft>
              <a:buClr>
                <a:srgbClr val="888888"/>
              </a:buClr>
              <a:buSzPts val="5486"/>
              <a:buNone/>
              <a:defRPr sz="5486">
                <a:solidFill>
                  <a:srgbClr val="888888"/>
                </a:solidFill>
              </a:defRPr>
            </a:lvl8pPr>
            <a:lvl9pPr marL="4114800" lvl="8" indent="-228600" algn="l">
              <a:spcBef>
                <a:spcPts val="1097"/>
              </a:spcBef>
              <a:spcAft>
                <a:spcPts val="0"/>
              </a:spcAft>
              <a:buClr>
                <a:srgbClr val="888888"/>
              </a:buClr>
              <a:buSzPts val="5486"/>
              <a:buNone/>
              <a:defRPr sz="5486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34" name="Google Shape;34;p6"/>
          <p:cNvSpPr txBox="1">
            <a:spLocks noGrp="1"/>
          </p:cNvSpPr>
          <p:nvPr>
            <p:ph type="dt" idx="10"/>
          </p:nvPr>
        </p:nvSpPr>
        <p:spPr>
          <a:xfrm>
            <a:off x="1829043" y="30510162"/>
            <a:ext cx="8533917" cy="17535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9525" tIns="174750" rIns="349525" bIns="17475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5" name="Google Shape;35;p6"/>
          <p:cNvSpPr txBox="1">
            <a:spLocks noGrp="1"/>
          </p:cNvSpPr>
          <p:nvPr>
            <p:ph type="ftr" idx="11"/>
          </p:nvPr>
        </p:nvSpPr>
        <p:spPr>
          <a:xfrm>
            <a:off x="12496840" y="30510162"/>
            <a:ext cx="11582320" cy="17535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9525" tIns="174750" rIns="349525" bIns="17475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6" name="Google Shape;36;p6"/>
          <p:cNvSpPr txBox="1">
            <a:spLocks noGrp="1"/>
          </p:cNvSpPr>
          <p:nvPr>
            <p:ph type="sldNum" idx="12"/>
          </p:nvPr>
        </p:nvSpPr>
        <p:spPr>
          <a:xfrm>
            <a:off x="26213043" y="30510162"/>
            <a:ext cx="8533917" cy="17535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9525" tIns="174750" rIns="349525" bIns="174750" anchor="ctr" anchorCtr="0">
            <a:noAutofit/>
          </a:bodyPr>
          <a:lstStyle>
            <a:lvl1pPr marL="0" marR="0" lvl="0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Content" type="twoObj">
  <p:cSld name="TWO_OBJECTS">
    <p:spTree>
      <p:nvGrpSpPr>
        <p:cNvPr id="1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7"/>
          <p:cNvSpPr txBox="1">
            <a:spLocks noGrp="1"/>
          </p:cNvSpPr>
          <p:nvPr>
            <p:ph type="title"/>
          </p:nvPr>
        </p:nvSpPr>
        <p:spPr>
          <a:xfrm>
            <a:off x="1829042" y="1318072"/>
            <a:ext cx="32917916" cy="5487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9525" tIns="174750" rIns="349525" bIns="17475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9" name="Google Shape;39;p7"/>
          <p:cNvSpPr txBox="1">
            <a:spLocks noGrp="1"/>
          </p:cNvSpPr>
          <p:nvPr>
            <p:ph type="body" idx="1"/>
          </p:nvPr>
        </p:nvSpPr>
        <p:spPr>
          <a:xfrm>
            <a:off x="1828802" y="7680966"/>
            <a:ext cx="16154400" cy="217246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9525" tIns="174750" rIns="349525" bIns="174750" anchor="t" anchorCtr="0">
            <a:noAutofit/>
          </a:bodyPr>
          <a:lstStyle>
            <a:lvl1pPr marL="457200" lvl="0" indent="-918908" algn="l">
              <a:spcBef>
                <a:spcPts val="2174"/>
              </a:spcBef>
              <a:spcAft>
                <a:spcPts val="0"/>
              </a:spcAft>
              <a:buClr>
                <a:schemeClr val="dk1"/>
              </a:buClr>
              <a:buSzPts val="10871"/>
              <a:buChar char="•"/>
              <a:defRPr sz="10871"/>
            </a:lvl1pPr>
            <a:lvl2pPr marL="914400" lvl="1" indent="-822134" algn="l">
              <a:spcBef>
                <a:spcPts val="1869"/>
              </a:spcBef>
              <a:spcAft>
                <a:spcPts val="0"/>
              </a:spcAft>
              <a:buClr>
                <a:schemeClr val="dk1"/>
              </a:buClr>
              <a:buSzPts val="9347"/>
              <a:buChar char="–"/>
              <a:defRPr sz="9347"/>
            </a:lvl2pPr>
            <a:lvl3pPr marL="1371600" lvl="2" indent="-718947" algn="l">
              <a:spcBef>
                <a:spcPts val="1544"/>
              </a:spcBef>
              <a:spcAft>
                <a:spcPts val="0"/>
              </a:spcAft>
              <a:buClr>
                <a:schemeClr val="dk1"/>
              </a:buClr>
              <a:buSzPts val="7722"/>
              <a:buChar char="•"/>
              <a:defRPr sz="7722"/>
            </a:lvl3pPr>
            <a:lvl4pPr marL="1828800" lvl="3" indent="-667321" algn="l">
              <a:spcBef>
                <a:spcPts val="1382"/>
              </a:spcBef>
              <a:spcAft>
                <a:spcPts val="0"/>
              </a:spcAft>
              <a:buClr>
                <a:schemeClr val="dk1"/>
              </a:buClr>
              <a:buSzPts val="6909"/>
              <a:buChar char="–"/>
              <a:defRPr sz="6908"/>
            </a:lvl4pPr>
            <a:lvl5pPr marL="2286000" lvl="4" indent="-667321" algn="l">
              <a:spcBef>
                <a:spcPts val="1382"/>
              </a:spcBef>
              <a:spcAft>
                <a:spcPts val="0"/>
              </a:spcAft>
              <a:buClr>
                <a:schemeClr val="dk1"/>
              </a:buClr>
              <a:buSzPts val="6909"/>
              <a:buChar char="»"/>
              <a:defRPr sz="6908"/>
            </a:lvl5pPr>
            <a:lvl6pPr marL="2743200" lvl="5" indent="-667321" algn="l">
              <a:spcBef>
                <a:spcPts val="1382"/>
              </a:spcBef>
              <a:spcAft>
                <a:spcPts val="0"/>
              </a:spcAft>
              <a:buClr>
                <a:schemeClr val="dk1"/>
              </a:buClr>
              <a:buSzPts val="6909"/>
              <a:buChar char="•"/>
              <a:defRPr sz="6908"/>
            </a:lvl6pPr>
            <a:lvl7pPr marL="3200400" lvl="6" indent="-667321" algn="l">
              <a:spcBef>
                <a:spcPts val="1382"/>
              </a:spcBef>
              <a:spcAft>
                <a:spcPts val="0"/>
              </a:spcAft>
              <a:buClr>
                <a:schemeClr val="dk1"/>
              </a:buClr>
              <a:buSzPts val="6909"/>
              <a:buChar char="•"/>
              <a:defRPr sz="6908"/>
            </a:lvl7pPr>
            <a:lvl8pPr marL="3657600" lvl="7" indent="-667321" algn="l">
              <a:spcBef>
                <a:spcPts val="1382"/>
              </a:spcBef>
              <a:spcAft>
                <a:spcPts val="0"/>
              </a:spcAft>
              <a:buClr>
                <a:schemeClr val="dk1"/>
              </a:buClr>
              <a:buSzPts val="6909"/>
              <a:buChar char="•"/>
              <a:defRPr sz="6908"/>
            </a:lvl8pPr>
            <a:lvl9pPr marL="4114800" lvl="8" indent="-667321" algn="l">
              <a:spcBef>
                <a:spcPts val="1382"/>
              </a:spcBef>
              <a:spcAft>
                <a:spcPts val="0"/>
              </a:spcAft>
              <a:buClr>
                <a:schemeClr val="dk1"/>
              </a:buClr>
              <a:buSzPts val="6909"/>
              <a:buChar char="•"/>
              <a:defRPr sz="6908"/>
            </a:lvl9pPr>
          </a:lstStyle>
          <a:p>
            <a:endParaRPr/>
          </a:p>
        </p:txBody>
      </p:sp>
      <p:sp>
        <p:nvSpPr>
          <p:cNvPr id="40" name="Google Shape;40;p7"/>
          <p:cNvSpPr txBox="1">
            <a:spLocks noGrp="1"/>
          </p:cNvSpPr>
          <p:nvPr>
            <p:ph type="body" idx="2"/>
          </p:nvPr>
        </p:nvSpPr>
        <p:spPr>
          <a:xfrm>
            <a:off x="18592802" y="7680966"/>
            <a:ext cx="16154400" cy="217246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9525" tIns="174750" rIns="349525" bIns="174750" anchor="t" anchorCtr="0">
            <a:noAutofit/>
          </a:bodyPr>
          <a:lstStyle>
            <a:lvl1pPr marL="457200" lvl="0" indent="-918908" algn="l">
              <a:spcBef>
                <a:spcPts val="2174"/>
              </a:spcBef>
              <a:spcAft>
                <a:spcPts val="0"/>
              </a:spcAft>
              <a:buClr>
                <a:schemeClr val="dk1"/>
              </a:buClr>
              <a:buSzPts val="10871"/>
              <a:buChar char="•"/>
              <a:defRPr sz="10871"/>
            </a:lvl1pPr>
            <a:lvl2pPr marL="914400" lvl="1" indent="-822134" algn="l">
              <a:spcBef>
                <a:spcPts val="1869"/>
              </a:spcBef>
              <a:spcAft>
                <a:spcPts val="0"/>
              </a:spcAft>
              <a:buClr>
                <a:schemeClr val="dk1"/>
              </a:buClr>
              <a:buSzPts val="9347"/>
              <a:buChar char="–"/>
              <a:defRPr sz="9347"/>
            </a:lvl2pPr>
            <a:lvl3pPr marL="1371600" lvl="2" indent="-718947" algn="l">
              <a:spcBef>
                <a:spcPts val="1544"/>
              </a:spcBef>
              <a:spcAft>
                <a:spcPts val="0"/>
              </a:spcAft>
              <a:buClr>
                <a:schemeClr val="dk1"/>
              </a:buClr>
              <a:buSzPts val="7722"/>
              <a:buChar char="•"/>
              <a:defRPr sz="7722"/>
            </a:lvl3pPr>
            <a:lvl4pPr marL="1828800" lvl="3" indent="-667321" algn="l">
              <a:spcBef>
                <a:spcPts val="1382"/>
              </a:spcBef>
              <a:spcAft>
                <a:spcPts val="0"/>
              </a:spcAft>
              <a:buClr>
                <a:schemeClr val="dk1"/>
              </a:buClr>
              <a:buSzPts val="6909"/>
              <a:buChar char="–"/>
              <a:defRPr sz="6908"/>
            </a:lvl4pPr>
            <a:lvl5pPr marL="2286000" lvl="4" indent="-667321" algn="l">
              <a:spcBef>
                <a:spcPts val="1382"/>
              </a:spcBef>
              <a:spcAft>
                <a:spcPts val="0"/>
              </a:spcAft>
              <a:buClr>
                <a:schemeClr val="dk1"/>
              </a:buClr>
              <a:buSzPts val="6909"/>
              <a:buChar char="»"/>
              <a:defRPr sz="6908"/>
            </a:lvl5pPr>
            <a:lvl6pPr marL="2743200" lvl="5" indent="-667321" algn="l">
              <a:spcBef>
                <a:spcPts val="1382"/>
              </a:spcBef>
              <a:spcAft>
                <a:spcPts val="0"/>
              </a:spcAft>
              <a:buClr>
                <a:schemeClr val="dk1"/>
              </a:buClr>
              <a:buSzPts val="6909"/>
              <a:buChar char="•"/>
              <a:defRPr sz="6908"/>
            </a:lvl6pPr>
            <a:lvl7pPr marL="3200400" lvl="6" indent="-667321" algn="l">
              <a:spcBef>
                <a:spcPts val="1382"/>
              </a:spcBef>
              <a:spcAft>
                <a:spcPts val="0"/>
              </a:spcAft>
              <a:buClr>
                <a:schemeClr val="dk1"/>
              </a:buClr>
              <a:buSzPts val="6909"/>
              <a:buChar char="•"/>
              <a:defRPr sz="6908"/>
            </a:lvl7pPr>
            <a:lvl8pPr marL="3657600" lvl="7" indent="-667321" algn="l">
              <a:spcBef>
                <a:spcPts val="1382"/>
              </a:spcBef>
              <a:spcAft>
                <a:spcPts val="0"/>
              </a:spcAft>
              <a:buClr>
                <a:schemeClr val="dk1"/>
              </a:buClr>
              <a:buSzPts val="6909"/>
              <a:buChar char="•"/>
              <a:defRPr sz="6908"/>
            </a:lvl8pPr>
            <a:lvl9pPr marL="4114800" lvl="8" indent="-667321" algn="l">
              <a:spcBef>
                <a:spcPts val="1382"/>
              </a:spcBef>
              <a:spcAft>
                <a:spcPts val="0"/>
              </a:spcAft>
              <a:buClr>
                <a:schemeClr val="dk1"/>
              </a:buClr>
              <a:buSzPts val="6909"/>
              <a:buChar char="•"/>
              <a:defRPr sz="6908"/>
            </a:lvl9pPr>
          </a:lstStyle>
          <a:p>
            <a:endParaRPr/>
          </a:p>
        </p:txBody>
      </p:sp>
      <p:sp>
        <p:nvSpPr>
          <p:cNvPr id="41" name="Google Shape;41;p7"/>
          <p:cNvSpPr txBox="1">
            <a:spLocks noGrp="1"/>
          </p:cNvSpPr>
          <p:nvPr>
            <p:ph type="dt" idx="10"/>
          </p:nvPr>
        </p:nvSpPr>
        <p:spPr>
          <a:xfrm>
            <a:off x="1829043" y="30510162"/>
            <a:ext cx="8533917" cy="17535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9525" tIns="174750" rIns="349525" bIns="17475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2" name="Google Shape;42;p7"/>
          <p:cNvSpPr txBox="1">
            <a:spLocks noGrp="1"/>
          </p:cNvSpPr>
          <p:nvPr>
            <p:ph type="ftr" idx="11"/>
          </p:nvPr>
        </p:nvSpPr>
        <p:spPr>
          <a:xfrm>
            <a:off x="12496840" y="30510162"/>
            <a:ext cx="11582320" cy="17535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9525" tIns="174750" rIns="349525" bIns="17475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3" name="Google Shape;43;p7"/>
          <p:cNvSpPr txBox="1">
            <a:spLocks noGrp="1"/>
          </p:cNvSpPr>
          <p:nvPr>
            <p:ph type="sldNum" idx="12"/>
          </p:nvPr>
        </p:nvSpPr>
        <p:spPr>
          <a:xfrm>
            <a:off x="26213043" y="30510162"/>
            <a:ext cx="8533917" cy="17535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9525" tIns="174750" rIns="349525" bIns="174750" anchor="ctr" anchorCtr="0">
            <a:noAutofit/>
          </a:bodyPr>
          <a:lstStyle>
            <a:lvl1pPr marL="0" marR="0" lvl="0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ison" type="twoTxTwoObj">
  <p:cSld name="TWO_OBJECTS_WITH_TEXT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8"/>
          <p:cNvSpPr txBox="1">
            <a:spLocks noGrp="1"/>
          </p:cNvSpPr>
          <p:nvPr>
            <p:ph type="title"/>
          </p:nvPr>
        </p:nvSpPr>
        <p:spPr>
          <a:xfrm>
            <a:off x="1829042" y="1318072"/>
            <a:ext cx="32917916" cy="5487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9525" tIns="174750" rIns="349525" bIns="17475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6" name="Google Shape;46;p8"/>
          <p:cNvSpPr txBox="1">
            <a:spLocks noGrp="1"/>
          </p:cNvSpPr>
          <p:nvPr>
            <p:ph type="body" idx="1"/>
          </p:nvPr>
        </p:nvSpPr>
        <p:spPr>
          <a:xfrm>
            <a:off x="1828803" y="7368542"/>
            <a:ext cx="16160753" cy="307085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9525" tIns="174750" rIns="349525" bIns="174750" anchor="b" anchorCtr="0">
            <a:noAutofit/>
          </a:bodyPr>
          <a:lstStyle>
            <a:lvl1pPr marL="457200" lvl="0" indent="-228600" algn="l">
              <a:spcBef>
                <a:spcPts val="1869"/>
              </a:spcBef>
              <a:spcAft>
                <a:spcPts val="0"/>
              </a:spcAft>
              <a:buClr>
                <a:schemeClr val="dk1"/>
              </a:buClr>
              <a:buSzPts val="9347"/>
              <a:buNone/>
              <a:defRPr sz="9347" b="1"/>
            </a:lvl1pPr>
            <a:lvl2pPr marL="914400" lvl="1" indent="-228600" algn="l">
              <a:spcBef>
                <a:spcPts val="1544"/>
              </a:spcBef>
              <a:spcAft>
                <a:spcPts val="0"/>
              </a:spcAft>
              <a:buClr>
                <a:schemeClr val="dk1"/>
              </a:buClr>
              <a:buSzPts val="7722"/>
              <a:buNone/>
              <a:defRPr sz="7722" b="1"/>
            </a:lvl2pPr>
            <a:lvl3pPr marL="1371600" lvl="2" indent="-228600" algn="l">
              <a:spcBef>
                <a:spcPts val="1382"/>
              </a:spcBef>
              <a:spcAft>
                <a:spcPts val="0"/>
              </a:spcAft>
              <a:buClr>
                <a:schemeClr val="dk1"/>
              </a:buClr>
              <a:buSzPts val="6909"/>
              <a:buNone/>
              <a:defRPr sz="6908" b="1"/>
            </a:lvl3pPr>
            <a:lvl4pPr marL="1828800" lvl="3" indent="-228600" algn="l">
              <a:spcBef>
                <a:spcPts val="1240"/>
              </a:spcBef>
              <a:spcAft>
                <a:spcPts val="0"/>
              </a:spcAft>
              <a:buClr>
                <a:schemeClr val="dk1"/>
              </a:buClr>
              <a:buSzPts val="6198"/>
              <a:buNone/>
              <a:defRPr sz="6198" b="1"/>
            </a:lvl4pPr>
            <a:lvl5pPr marL="2286000" lvl="4" indent="-228600" algn="l">
              <a:spcBef>
                <a:spcPts val="1240"/>
              </a:spcBef>
              <a:spcAft>
                <a:spcPts val="0"/>
              </a:spcAft>
              <a:buClr>
                <a:schemeClr val="dk1"/>
              </a:buClr>
              <a:buSzPts val="6198"/>
              <a:buNone/>
              <a:defRPr sz="6198" b="1"/>
            </a:lvl5pPr>
            <a:lvl6pPr marL="2743200" lvl="5" indent="-228600" algn="l">
              <a:spcBef>
                <a:spcPts val="1240"/>
              </a:spcBef>
              <a:spcAft>
                <a:spcPts val="0"/>
              </a:spcAft>
              <a:buClr>
                <a:schemeClr val="dk1"/>
              </a:buClr>
              <a:buSzPts val="6198"/>
              <a:buNone/>
              <a:defRPr sz="6198" b="1"/>
            </a:lvl6pPr>
            <a:lvl7pPr marL="3200400" lvl="6" indent="-228600" algn="l">
              <a:spcBef>
                <a:spcPts val="1240"/>
              </a:spcBef>
              <a:spcAft>
                <a:spcPts val="0"/>
              </a:spcAft>
              <a:buClr>
                <a:schemeClr val="dk1"/>
              </a:buClr>
              <a:buSzPts val="6198"/>
              <a:buNone/>
              <a:defRPr sz="6198" b="1"/>
            </a:lvl7pPr>
            <a:lvl8pPr marL="3657600" lvl="7" indent="-228600" algn="l">
              <a:spcBef>
                <a:spcPts val="1240"/>
              </a:spcBef>
              <a:spcAft>
                <a:spcPts val="0"/>
              </a:spcAft>
              <a:buClr>
                <a:schemeClr val="dk1"/>
              </a:buClr>
              <a:buSzPts val="6198"/>
              <a:buNone/>
              <a:defRPr sz="6198" b="1"/>
            </a:lvl8pPr>
            <a:lvl9pPr marL="4114800" lvl="8" indent="-228600" algn="l">
              <a:spcBef>
                <a:spcPts val="1240"/>
              </a:spcBef>
              <a:spcAft>
                <a:spcPts val="0"/>
              </a:spcAft>
              <a:buClr>
                <a:schemeClr val="dk1"/>
              </a:buClr>
              <a:buSzPts val="6198"/>
              <a:buNone/>
              <a:defRPr sz="6198" b="1"/>
            </a:lvl9pPr>
          </a:lstStyle>
          <a:p>
            <a:endParaRPr/>
          </a:p>
        </p:txBody>
      </p:sp>
      <p:sp>
        <p:nvSpPr>
          <p:cNvPr id="47" name="Google Shape;47;p8"/>
          <p:cNvSpPr txBox="1">
            <a:spLocks noGrp="1"/>
          </p:cNvSpPr>
          <p:nvPr>
            <p:ph type="body" idx="2"/>
          </p:nvPr>
        </p:nvSpPr>
        <p:spPr>
          <a:xfrm>
            <a:off x="1828803" y="10439400"/>
            <a:ext cx="16160753" cy="1896618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9525" tIns="174750" rIns="349525" bIns="174750" anchor="t" anchorCtr="0">
            <a:noAutofit/>
          </a:bodyPr>
          <a:lstStyle>
            <a:lvl1pPr marL="457200" lvl="0" indent="-822134" algn="l">
              <a:spcBef>
                <a:spcPts val="1869"/>
              </a:spcBef>
              <a:spcAft>
                <a:spcPts val="0"/>
              </a:spcAft>
              <a:buClr>
                <a:schemeClr val="dk1"/>
              </a:buClr>
              <a:buSzPts val="9347"/>
              <a:buChar char="•"/>
              <a:defRPr sz="9347"/>
            </a:lvl1pPr>
            <a:lvl2pPr marL="914400" lvl="1" indent="-718947" algn="l">
              <a:spcBef>
                <a:spcPts val="1544"/>
              </a:spcBef>
              <a:spcAft>
                <a:spcPts val="0"/>
              </a:spcAft>
              <a:buClr>
                <a:schemeClr val="dk1"/>
              </a:buClr>
              <a:buSzPts val="7722"/>
              <a:buChar char="–"/>
              <a:defRPr sz="7722"/>
            </a:lvl2pPr>
            <a:lvl3pPr marL="1371600" lvl="2" indent="-667321" algn="l">
              <a:spcBef>
                <a:spcPts val="1382"/>
              </a:spcBef>
              <a:spcAft>
                <a:spcPts val="0"/>
              </a:spcAft>
              <a:buClr>
                <a:schemeClr val="dk1"/>
              </a:buClr>
              <a:buSzPts val="6909"/>
              <a:buChar char="•"/>
              <a:defRPr sz="6908"/>
            </a:lvl3pPr>
            <a:lvl4pPr marL="1828800" lvl="3" indent="-622173" algn="l">
              <a:spcBef>
                <a:spcPts val="1240"/>
              </a:spcBef>
              <a:spcAft>
                <a:spcPts val="0"/>
              </a:spcAft>
              <a:buClr>
                <a:schemeClr val="dk1"/>
              </a:buClr>
              <a:buSzPts val="6198"/>
              <a:buChar char="–"/>
              <a:defRPr sz="6198"/>
            </a:lvl4pPr>
            <a:lvl5pPr marL="2286000" lvl="4" indent="-622173" algn="l">
              <a:spcBef>
                <a:spcPts val="1240"/>
              </a:spcBef>
              <a:spcAft>
                <a:spcPts val="0"/>
              </a:spcAft>
              <a:buClr>
                <a:schemeClr val="dk1"/>
              </a:buClr>
              <a:buSzPts val="6198"/>
              <a:buChar char="»"/>
              <a:defRPr sz="6198"/>
            </a:lvl5pPr>
            <a:lvl6pPr marL="2743200" lvl="5" indent="-622173" algn="l">
              <a:spcBef>
                <a:spcPts val="1240"/>
              </a:spcBef>
              <a:spcAft>
                <a:spcPts val="0"/>
              </a:spcAft>
              <a:buClr>
                <a:schemeClr val="dk1"/>
              </a:buClr>
              <a:buSzPts val="6198"/>
              <a:buChar char="•"/>
              <a:defRPr sz="6198"/>
            </a:lvl6pPr>
            <a:lvl7pPr marL="3200400" lvl="6" indent="-622173" algn="l">
              <a:spcBef>
                <a:spcPts val="1240"/>
              </a:spcBef>
              <a:spcAft>
                <a:spcPts val="0"/>
              </a:spcAft>
              <a:buClr>
                <a:schemeClr val="dk1"/>
              </a:buClr>
              <a:buSzPts val="6198"/>
              <a:buChar char="•"/>
              <a:defRPr sz="6198"/>
            </a:lvl7pPr>
            <a:lvl8pPr marL="3657600" lvl="7" indent="-622173" algn="l">
              <a:spcBef>
                <a:spcPts val="1240"/>
              </a:spcBef>
              <a:spcAft>
                <a:spcPts val="0"/>
              </a:spcAft>
              <a:buClr>
                <a:schemeClr val="dk1"/>
              </a:buClr>
              <a:buSzPts val="6198"/>
              <a:buChar char="•"/>
              <a:defRPr sz="6198"/>
            </a:lvl8pPr>
            <a:lvl9pPr marL="4114800" lvl="8" indent="-622172" algn="l">
              <a:spcBef>
                <a:spcPts val="1240"/>
              </a:spcBef>
              <a:spcAft>
                <a:spcPts val="0"/>
              </a:spcAft>
              <a:buClr>
                <a:schemeClr val="dk1"/>
              </a:buClr>
              <a:buSzPts val="6198"/>
              <a:buChar char="•"/>
              <a:defRPr sz="6198"/>
            </a:lvl9pPr>
          </a:lstStyle>
          <a:p>
            <a:endParaRPr/>
          </a:p>
        </p:txBody>
      </p:sp>
      <p:sp>
        <p:nvSpPr>
          <p:cNvPr id="48" name="Google Shape;48;p8"/>
          <p:cNvSpPr txBox="1">
            <a:spLocks noGrp="1"/>
          </p:cNvSpPr>
          <p:nvPr>
            <p:ph type="body" idx="3"/>
          </p:nvPr>
        </p:nvSpPr>
        <p:spPr>
          <a:xfrm>
            <a:off x="18580106" y="7368542"/>
            <a:ext cx="16167101" cy="307085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9525" tIns="174750" rIns="349525" bIns="174750" anchor="b" anchorCtr="0">
            <a:noAutofit/>
          </a:bodyPr>
          <a:lstStyle>
            <a:lvl1pPr marL="457200" lvl="0" indent="-228600" algn="l">
              <a:spcBef>
                <a:spcPts val="1869"/>
              </a:spcBef>
              <a:spcAft>
                <a:spcPts val="0"/>
              </a:spcAft>
              <a:buClr>
                <a:schemeClr val="dk1"/>
              </a:buClr>
              <a:buSzPts val="9347"/>
              <a:buNone/>
              <a:defRPr sz="9347" b="1"/>
            </a:lvl1pPr>
            <a:lvl2pPr marL="914400" lvl="1" indent="-228600" algn="l">
              <a:spcBef>
                <a:spcPts val="1544"/>
              </a:spcBef>
              <a:spcAft>
                <a:spcPts val="0"/>
              </a:spcAft>
              <a:buClr>
                <a:schemeClr val="dk1"/>
              </a:buClr>
              <a:buSzPts val="7722"/>
              <a:buNone/>
              <a:defRPr sz="7722" b="1"/>
            </a:lvl2pPr>
            <a:lvl3pPr marL="1371600" lvl="2" indent="-228600" algn="l">
              <a:spcBef>
                <a:spcPts val="1382"/>
              </a:spcBef>
              <a:spcAft>
                <a:spcPts val="0"/>
              </a:spcAft>
              <a:buClr>
                <a:schemeClr val="dk1"/>
              </a:buClr>
              <a:buSzPts val="6909"/>
              <a:buNone/>
              <a:defRPr sz="6908" b="1"/>
            </a:lvl3pPr>
            <a:lvl4pPr marL="1828800" lvl="3" indent="-228600" algn="l">
              <a:spcBef>
                <a:spcPts val="1240"/>
              </a:spcBef>
              <a:spcAft>
                <a:spcPts val="0"/>
              </a:spcAft>
              <a:buClr>
                <a:schemeClr val="dk1"/>
              </a:buClr>
              <a:buSzPts val="6198"/>
              <a:buNone/>
              <a:defRPr sz="6198" b="1"/>
            </a:lvl4pPr>
            <a:lvl5pPr marL="2286000" lvl="4" indent="-228600" algn="l">
              <a:spcBef>
                <a:spcPts val="1240"/>
              </a:spcBef>
              <a:spcAft>
                <a:spcPts val="0"/>
              </a:spcAft>
              <a:buClr>
                <a:schemeClr val="dk1"/>
              </a:buClr>
              <a:buSzPts val="6198"/>
              <a:buNone/>
              <a:defRPr sz="6198" b="1"/>
            </a:lvl5pPr>
            <a:lvl6pPr marL="2743200" lvl="5" indent="-228600" algn="l">
              <a:spcBef>
                <a:spcPts val="1240"/>
              </a:spcBef>
              <a:spcAft>
                <a:spcPts val="0"/>
              </a:spcAft>
              <a:buClr>
                <a:schemeClr val="dk1"/>
              </a:buClr>
              <a:buSzPts val="6198"/>
              <a:buNone/>
              <a:defRPr sz="6198" b="1"/>
            </a:lvl6pPr>
            <a:lvl7pPr marL="3200400" lvl="6" indent="-228600" algn="l">
              <a:spcBef>
                <a:spcPts val="1240"/>
              </a:spcBef>
              <a:spcAft>
                <a:spcPts val="0"/>
              </a:spcAft>
              <a:buClr>
                <a:schemeClr val="dk1"/>
              </a:buClr>
              <a:buSzPts val="6198"/>
              <a:buNone/>
              <a:defRPr sz="6198" b="1"/>
            </a:lvl7pPr>
            <a:lvl8pPr marL="3657600" lvl="7" indent="-228600" algn="l">
              <a:spcBef>
                <a:spcPts val="1240"/>
              </a:spcBef>
              <a:spcAft>
                <a:spcPts val="0"/>
              </a:spcAft>
              <a:buClr>
                <a:schemeClr val="dk1"/>
              </a:buClr>
              <a:buSzPts val="6198"/>
              <a:buNone/>
              <a:defRPr sz="6198" b="1"/>
            </a:lvl8pPr>
            <a:lvl9pPr marL="4114800" lvl="8" indent="-228600" algn="l">
              <a:spcBef>
                <a:spcPts val="1240"/>
              </a:spcBef>
              <a:spcAft>
                <a:spcPts val="0"/>
              </a:spcAft>
              <a:buClr>
                <a:schemeClr val="dk1"/>
              </a:buClr>
              <a:buSzPts val="6198"/>
              <a:buNone/>
              <a:defRPr sz="6198" b="1"/>
            </a:lvl9pPr>
          </a:lstStyle>
          <a:p>
            <a:endParaRPr/>
          </a:p>
        </p:txBody>
      </p:sp>
      <p:sp>
        <p:nvSpPr>
          <p:cNvPr id="49" name="Google Shape;49;p8"/>
          <p:cNvSpPr txBox="1">
            <a:spLocks noGrp="1"/>
          </p:cNvSpPr>
          <p:nvPr>
            <p:ph type="body" idx="4"/>
          </p:nvPr>
        </p:nvSpPr>
        <p:spPr>
          <a:xfrm>
            <a:off x="18580106" y="10439400"/>
            <a:ext cx="16167101" cy="1896618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9525" tIns="174750" rIns="349525" bIns="174750" anchor="t" anchorCtr="0">
            <a:noAutofit/>
          </a:bodyPr>
          <a:lstStyle>
            <a:lvl1pPr marL="457200" lvl="0" indent="-822134" algn="l">
              <a:spcBef>
                <a:spcPts val="1869"/>
              </a:spcBef>
              <a:spcAft>
                <a:spcPts val="0"/>
              </a:spcAft>
              <a:buClr>
                <a:schemeClr val="dk1"/>
              </a:buClr>
              <a:buSzPts val="9347"/>
              <a:buChar char="•"/>
              <a:defRPr sz="9347"/>
            </a:lvl1pPr>
            <a:lvl2pPr marL="914400" lvl="1" indent="-718947" algn="l">
              <a:spcBef>
                <a:spcPts val="1544"/>
              </a:spcBef>
              <a:spcAft>
                <a:spcPts val="0"/>
              </a:spcAft>
              <a:buClr>
                <a:schemeClr val="dk1"/>
              </a:buClr>
              <a:buSzPts val="7722"/>
              <a:buChar char="–"/>
              <a:defRPr sz="7722"/>
            </a:lvl2pPr>
            <a:lvl3pPr marL="1371600" lvl="2" indent="-667321" algn="l">
              <a:spcBef>
                <a:spcPts val="1382"/>
              </a:spcBef>
              <a:spcAft>
                <a:spcPts val="0"/>
              </a:spcAft>
              <a:buClr>
                <a:schemeClr val="dk1"/>
              </a:buClr>
              <a:buSzPts val="6909"/>
              <a:buChar char="•"/>
              <a:defRPr sz="6908"/>
            </a:lvl3pPr>
            <a:lvl4pPr marL="1828800" lvl="3" indent="-622173" algn="l">
              <a:spcBef>
                <a:spcPts val="1240"/>
              </a:spcBef>
              <a:spcAft>
                <a:spcPts val="0"/>
              </a:spcAft>
              <a:buClr>
                <a:schemeClr val="dk1"/>
              </a:buClr>
              <a:buSzPts val="6198"/>
              <a:buChar char="–"/>
              <a:defRPr sz="6198"/>
            </a:lvl4pPr>
            <a:lvl5pPr marL="2286000" lvl="4" indent="-622173" algn="l">
              <a:spcBef>
                <a:spcPts val="1240"/>
              </a:spcBef>
              <a:spcAft>
                <a:spcPts val="0"/>
              </a:spcAft>
              <a:buClr>
                <a:schemeClr val="dk1"/>
              </a:buClr>
              <a:buSzPts val="6198"/>
              <a:buChar char="»"/>
              <a:defRPr sz="6198"/>
            </a:lvl5pPr>
            <a:lvl6pPr marL="2743200" lvl="5" indent="-622173" algn="l">
              <a:spcBef>
                <a:spcPts val="1240"/>
              </a:spcBef>
              <a:spcAft>
                <a:spcPts val="0"/>
              </a:spcAft>
              <a:buClr>
                <a:schemeClr val="dk1"/>
              </a:buClr>
              <a:buSzPts val="6198"/>
              <a:buChar char="•"/>
              <a:defRPr sz="6198"/>
            </a:lvl6pPr>
            <a:lvl7pPr marL="3200400" lvl="6" indent="-622173" algn="l">
              <a:spcBef>
                <a:spcPts val="1240"/>
              </a:spcBef>
              <a:spcAft>
                <a:spcPts val="0"/>
              </a:spcAft>
              <a:buClr>
                <a:schemeClr val="dk1"/>
              </a:buClr>
              <a:buSzPts val="6198"/>
              <a:buChar char="•"/>
              <a:defRPr sz="6198"/>
            </a:lvl7pPr>
            <a:lvl8pPr marL="3657600" lvl="7" indent="-622173" algn="l">
              <a:spcBef>
                <a:spcPts val="1240"/>
              </a:spcBef>
              <a:spcAft>
                <a:spcPts val="0"/>
              </a:spcAft>
              <a:buClr>
                <a:schemeClr val="dk1"/>
              </a:buClr>
              <a:buSzPts val="6198"/>
              <a:buChar char="•"/>
              <a:defRPr sz="6198"/>
            </a:lvl8pPr>
            <a:lvl9pPr marL="4114800" lvl="8" indent="-622172" algn="l">
              <a:spcBef>
                <a:spcPts val="1240"/>
              </a:spcBef>
              <a:spcAft>
                <a:spcPts val="0"/>
              </a:spcAft>
              <a:buClr>
                <a:schemeClr val="dk1"/>
              </a:buClr>
              <a:buSzPts val="6198"/>
              <a:buChar char="•"/>
              <a:defRPr sz="6198"/>
            </a:lvl9pPr>
          </a:lstStyle>
          <a:p>
            <a:endParaRPr/>
          </a:p>
        </p:txBody>
      </p:sp>
      <p:sp>
        <p:nvSpPr>
          <p:cNvPr id="50" name="Google Shape;50;p8"/>
          <p:cNvSpPr txBox="1">
            <a:spLocks noGrp="1"/>
          </p:cNvSpPr>
          <p:nvPr>
            <p:ph type="dt" idx="10"/>
          </p:nvPr>
        </p:nvSpPr>
        <p:spPr>
          <a:xfrm>
            <a:off x="1829043" y="30510162"/>
            <a:ext cx="8533917" cy="17535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9525" tIns="174750" rIns="349525" bIns="17475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1" name="Google Shape;51;p8"/>
          <p:cNvSpPr txBox="1">
            <a:spLocks noGrp="1"/>
          </p:cNvSpPr>
          <p:nvPr>
            <p:ph type="ftr" idx="11"/>
          </p:nvPr>
        </p:nvSpPr>
        <p:spPr>
          <a:xfrm>
            <a:off x="12496840" y="30510162"/>
            <a:ext cx="11582320" cy="17535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9525" tIns="174750" rIns="349525" bIns="17475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2" name="Google Shape;52;p8"/>
          <p:cNvSpPr txBox="1">
            <a:spLocks noGrp="1"/>
          </p:cNvSpPr>
          <p:nvPr>
            <p:ph type="sldNum" idx="12"/>
          </p:nvPr>
        </p:nvSpPr>
        <p:spPr>
          <a:xfrm>
            <a:off x="26213043" y="30510162"/>
            <a:ext cx="8533917" cy="17535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9525" tIns="174750" rIns="349525" bIns="174750" anchor="ctr" anchorCtr="0">
            <a:noAutofit/>
          </a:bodyPr>
          <a:lstStyle>
            <a:lvl1pPr marL="0" marR="0" lvl="0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9"/>
          <p:cNvSpPr txBox="1">
            <a:spLocks noGrp="1"/>
          </p:cNvSpPr>
          <p:nvPr>
            <p:ph type="title"/>
          </p:nvPr>
        </p:nvSpPr>
        <p:spPr>
          <a:xfrm>
            <a:off x="1829042" y="1318072"/>
            <a:ext cx="32917916" cy="5487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9525" tIns="174750" rIns="349525" bIns="17475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5" name="Google Shape;55;p9"/>
          <p:cNvSpPr txBox="1">
            <a:spLocks noGrp="1"/>
          </p:cNvSpPr>
          <p:nvPr>
            <p:ph type="dt" idx="10"/>
          </p:nvPr>
        </p:nvSpPr>
        <p:spPr>
          <a:xfrm>
            <a:off x="1829043" y="30510162"/>
            <a:ext cx="8533917" cy="17535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9525" tIns="174750" rIns="349525" bIns="17475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6" name="Google Shape;56;p9"/>
          <p:cNvSpPr txBox="1">
            <a:spLocks noGrp="1"/>
          </p:cNvSpPr>
          <p:nvPr>
            <p:ph type="ftr" idx="11"/>
          </p:nvPr>
        </p:nvSpPr>
        <p:spPr>
          <a:xfrm>
            <a:off x="12496840" y="30510162"/>
            <a:ext cx="11582320" cy="17535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9525" tIns="174750" rIns="349525" bIns="17475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7" name="Google Shape;57;p9"/>
          <p:cNvSpPr txBox="1">
            <a:spLocks noGrp="1"/>
          </p:cNvSpPr>
          <p:nvPr>
            <p:ph type="sldNum" idx="12"/>
          </p:nvPr>
        </p:nvSpPr>
        <p:spPr>
          <a:xfrm>
            <a:off x="26213043" y="30510162"/>
            <a:ext cx="8533917" cy="17535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9525" tIns="174750" rIns="349525" bIns="174750" anchor="ctr" anchorCtr="0">
            <a:noAutofit/>
          </a:bodyPr>
          <a:lstStyle>
            <a:lvl1pPr marL="0" marR="0" lvl="0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with Caption" type="objTx">
  <p:cSld name="OBJECT_WITH_CAPTION_TEXT">
    <p:spTree>
      <p:nvGrpSpPr>
        <p:cNvPr id="1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0"/>
          <p:cNvSpPr txBox="1">
            <a:spLocks noGrp="1"/>
          </p:cNvSpPr>
          <p:nvPr>
            <p:ph type="title"/>
          </p:nvPr>
        </p:nvSpPr>
        <p:spPr>
          <a:xfrm>
            <a:off x="1828805" y="1310640"/>
            <a:ext cx="12033252" cy="55778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9525" tIns="174750" rIns="349525" bIns="174750" anchor="b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7722" b="1"/>
            </a:lvl1pPr>
            <a:lvl2pPr lvl="1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0" name="Google Shape;60;p10"/>
          <p:cNvSpPr txBox="1">
            <a:spLocks noGrp="1"/>
          </p:cNvSpPr>
          <p:nvPr>
            <p:ph type="body" idx="1"/>
          </p:nvPr>
        </p:nvSpPr>
        <p:spPr>
          <a:xfrm>
            <a:off x="14300202" y="1310643"/>
            <a:ext cx="20447000" cy="2809494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9525" tIns="174750" rIns="349525" bIns="174750" anchor="t" anchorCtr="0">
            <a:noAutofit/>
          </a:bodyPr>
          <a:lstStyle>
            <a:lvl1pPr marL="457200" lvl="0" indent="-1015682" algn="l">
              <a:spcBef>
                <a:spcPts val="2479"/>
              </a:spcBef>
              <a:spcAft>
                <a:spcPts val="0"/>
              </a:spcAft>
              <a:buClr>
                <a:schemeClr val="dk1"/>
              </a:buClr>
              <a:buSzPts val="12395"/>
              <a:buChar char="•"/>
              <a:defRPr sz="12395"/>
            </a:lvl1pPr>
            <a:lvl2pPr marL="914400" lvl="1" indent="-918908" algn="l">
              <a:spcBef>
                <a:spcPts val="2174"/>
              </a:spcBef>
              <a:spcAft>
                <a:spcPts val="0"/>
              </a:spcAft>
              <a:buClr>
                <a:schemeClr val="dk1"/>
              </a:buClr>
              <a:buSzPts val="10871"/>
              <a:buChar char="–"/>
              <a:defRPr sz="10871"/>
            </a:lvl2pPr>
            <a:lvl3pPr marL="1371600" lvl="2" indent="-822134" algn="l">
              <a:spcBef>
                <a:spcPts val="1869"/>
              </a:spcBef>
              <a:spcAft>
                <a:spcPts val="0"/>
              </a:spcAft>
              <a:buClr>
                <a:schemeClr val="dk1"/>
              </a:buClr>
              <a:buSzPts val="9347"/>
              <a:buChar char="•"/>
              <a:defRPr sz="9347"/>
            </a:lvl3pPr>
            <a:lvl4pPr marL="1828800" lvl="3" indent="-718947" algn="l">
              <a:spcBef>
                <a:spcPts val="1544"/>
              </a:spcBef>
              <a:spcAft>
                <a:spcPts val="0"/>
              </a:spcAft>
              <a:buClr>
                <a:schemeClr val="dk1"/>
              </a:buClr>
              <a:buSzPts val="7722"/>
              <a:buChar char="–"/>
              <a:defRPr sz="7722"/>
            </a:lvl4pPr>
            <a:lvl5pPr marL="2286000" lvl="4" indent="-718947" algn="l">
              <a:spcBef>
                <a:spcPts val="1544"/>
              </a:spcBef>
              <a:spcAft>
                <a:spcPts val="0"/>
              </a:spcAft>
              <a:buClr>
                <a:schemeClr val="dk1"/>
              </a:buClr>
              <a:buSzPts val="7722"/>
              <a:buChar char="»"/>
              <a:defRPr sz="7722"/>
            </a:lvl5pPr>
            <a:lvl6pPr marL="2743200" lvl="5" indent="-718947" algn="l">
              <a:spcBef>
                <a:spcPts val="1544"/>
              </a:spcBef>
              <a:spcAft>
                <a:spcPts val="0"/>
              </a:spcAft>
              <a:buClr>
                <a:schemeClr val="dk1"/>
              </a:buClr>
              <a:buSzPts val="7722"/>
              <a:buChar char="•"/>
              <a:defRPr sz="7722"/>
            </a:lvl6pPr>
            <a:lvl7pPr marL="3200400" lvl="6" indent="-718947" algn="l">
              <a:spcBef>
                <a:spcPts val="1544"/>
              </a:spcBef>
              <a:spcAft>
                <a:spcPts val="0"/>
              </a:spcAft>
              <a:buClr>
                <a:schemeClr val="dk1"/>
              </a:buClr>
              <a:buSzPts val="7722"/>
              <a:buChar char="•"/>
              <a:defRPr sz="7722"/>
            </a:lvl7pPr>
            <a:lvl8pPr marL="3657600" lvl="7" indent="-718947" algn="l">
              <a:spcBef>
                <a:spcPts val="1544"/>
              </a:spcBef>
              <a:spcAft>
                <a:spcPts val="0"/>
              </a:spcAft>
              <a:buClr>
                <a:schemeClr val="dk1"/>
              </a:buClr>
              <a:buSzPts val="7722"/>
              <a:buChar char="•"/>
              <a:defRPr sz="7722"/>
            </a:lvl8pPr>
            <a:lvl9pPr marL="4114800" lvl="8" indent="-718946" algn="l">
              <a:spcBef>
                <a:spcPts val="1544"/>
              </a:spcBef>
              <a:spcAft>
                <a:spcPts val="0"/>
              </a:spcAft>
              <a:buClr>
                <a:schemeClr val="dk1"/>
              </a:buClr>
              <a:buSzPts val="7722"/>
              <a:buChar char="•"/>
              <a:defRPr sz="7722"/>
            </a:lvl9pPr>
          </a:lstStyle>
          <a:p>
            <a:endParaRPr/>
          </a:p>
        </p:txBody>
      </p:sp>
      <p:sp>
        <p:nvSpPr>
          <p:cNvPr id="61" name="Google Shape;61;p10"/>
          <p:cNvSpPr txBox="1">
            <a:spLocks noGrp="1"/>
          </p:cNvSpPr>
          <p:nvPr>
            <p:ph type="body" idx="2"/>
          </p:nvPr>
        </p:nvSpPr>
        <p:spPr>
          <a:xfrm>
            <a:off x="1828805" y="6888486"/>
            <a:ext cx="12033252" cy="225171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9525" tIns="174750" rIns="349525" bIns="174750" anchor="t" anchorCtr="0">
            <a:noAutofit/>
          </a:bodyPr>
          <a:lstStyle>
            <a:lvl1pPr marL="457200" lvl="0" indent="-228600" algn="l">
              <a:spcBef>
                <a:spcPts val="1097"/>
              </a:spcBef>
              <a:spcAft>
                <a:spcPts val="0"/>
              </a:spcAft>
              <a:buClr>
                <a:schemeClr val="dk1"/>
              </a:buClr>
              <a:buSzPts val="5486"/>
              <a:buNone/>
              <a:defRPr sz="5486"/>
            </a:lvl1pPr>
            <a:lvl2pPr marL="914400" lvl="1" indent="-228600" algn="l">
              <a:spcBef>
                <a:spcPts val="935"/>
              </a:spcBef>
              <a:spcAft>
                <a:spcPts val="0"/>
              </a:spcAft>
              <a:buClr>
                <a:schemeClr val="dk1"/>
              </a:buClr>
              <a:buSzPts val="4674"/>
              <a:buNone/>
              <a:defRPr sz="4674"/>
            </a:lvl2pPr>
            <a:lvl3pPr marL="1371600" lvl="2" indent="-228600" algn="l">
              <a:spcBef>
                <a:spcPts val="772"/>
              </a:spcBef>
              <a:spcAft>
                <a:spcPts val="0"/>
              </a:spcAft>
              <a:buClr>
                <a:schemeClr val="dk1"/>
              </a:buClr>
              <a:buSzPts val="3861"/>
              <a:buNone/>
              <a:defRPr sz="3861"/>
            </a:lvl3pPr>
            <a:lvl4pPr marL="1828800" lvl="3" indent="-228600" algn="l">
              <a:spcBef>
                <a:spcPts val="691"/>
              </a:spcBef>
              <a:spcAft>
                <a:spcPts val="0"/>
              </a:spcAft>
              <a:buClr>
                <a:schemeClr val="dk1"/>
              </a:buClr>
              <a:buSzPts val="3454"/>
              <a:buNone/>
              <a:defRPr sz="3454"/>
            </a:lvl4pPr>
            <a:lvl5pPr marL="2286000" lvl="4" indent="-228600" algn="l">
              <a:spcBef>
                <a:spcPts val="691"/>
              </a:spcBef>
              <a:spcAft>
                <a:spcPts val="0"/>
              </a:spcAft>
              <a:buClr>
                <a:schemeClr val="dk1"/>
              </a:buClr>
              <a:buSzPts val="3454"/>
              <a:buNone/>
              <a:defRPr sz="3454"/>
            </a:lvl5pPr>
            <a:lvl6pPr marL="2743200" lvl="5" indent="-228600" algn="l">
              <a:spcBef>
                <a:spcPts val="691"/>
              </a:spcBef>
              <a:spcAft>
                <a:spcPts val="0"/>
              </a:spcAft>
              <a:buClr>
                <a:schemeClr val="dk1"/>
              </a:buClr>
              <a:buSzPts val="3454"/>
              <a:buNone/>
              <a:defRPr sz="3454"/>
            </a:lvl6pPr>
            <a:lvl7pPr marL="3200400" lvl="6" indent="-228600" algn="l">
              <a:spcBef>
                <a:spcPts val="691"/>
              </a:spcBef>
              <a:spcAft>
                <a:spcPts val="0"/>
              </a:spcAft>
              <a:buClr>
                <a:schemeClr val="dk1"/>
              </a:buClr>
              <a:buSzPts val="3454"/>
              <a:buNone/>
              <a:defRPr sz="3454"/>
            </a:lvl7pPr>
            <a:lvl8pPr marL="3657600" lvl="7" indent="-228600" algn="l">
              <a:spcBef>
                <a:spcPts val="691"/>
              </a:spcBef>
              <a:spcAft>
                <a:spcPts val="0"/>
              </a:spcAft>
              <a:buClr>
                <a:schemeClr val="dk1"/>
              </a:buClr>
              <a:buSzPts val="3454"/>
              <a:buNone/>
              <a:defRPr sz="3454"/>
            </a:lvl8pPr>
            <a:lvl9pPr marL="4114800" lvl="8" indent="-228600" algn="l">
              <a:spcBef>
                <a:spcPts val="691"/>
              </a:spcBef>
              <a:spcAft>
                <a:spcPts val="0"/>
              </a:spcAft>
              <a:buClr>
                <a:schemeClr val="dk1"/>
              </a:buClr>
              <a:buSzPts val="3454"/>
              <a:buNone/>
              <a:defRPr sz="3454"/>
            </a:lvl9pPr>
          </a:lstStyle>
          <a:p>
            <a:endParaRPr/>
          </a:p>
        </p:txBody>
      </p:sp>
      <p:sp>
        <p:nvSpPr>
          <p:cNvPr id="62" name="Google Shape;62;p10"/>
          <p:cNvSpPr txBox="1">
            <a:spLocks noGrp="1"/>
          </p:cNvSpPr>
          <p:nvPr>
            <p:ph type="dt" idx="10"/>
          </p:nvPr>
        </p:nvSpPr>
        <p:spPr>
          <a:xfrm>
            <a:off x="1829043" y="30510162"/>
            <a:ext cx="8533917" cy="17535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9525" tIns="174750" rIns="349525" bIns="17475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3" name="Google Shape;63;p10"/>
          <p:cNvSpPr txBox="1">
            <a:spLocks noGrp="1"/>
          </p:cNvSpPr>
          <p:nvPr>
            <p:ph type="ftr" idx="11"/>
          </p:nvPr>
        </p:nvSpPr>
        <p:spPr>
          <a:xfrm>
            <a:off x="12496840" y="30510162"/>
            <a:ext cx="11582320" cy="17535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9525" tIns="174750" rIns="349525" bIns="17475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4" name="Google Shape;64;p10"/>
          <p:cNvSpPr txBox="1">
            <a:spLocks noGrp="1"/>
          </p:cNvSpPr>
          <p:nvPr>
            <p:ph type="sldNum" idx="12"/>
          </p:nvPr>
        </p:nvSpPr>
        <p:spPr>
          <a:xfrm>
            <a:off x="26213043" y="30510162"/>
            <a:ext cx="8533917" cy="17535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9525" tIns="174750" rIns="349525" bIns="174750" anchor="ctr" anchorCtr="0">
            <a:noAutofit/>
          </a:bodyPr>
          <a:lstStyle>
            <a:lvl1pPr marL="0" marR="0" lvl="0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icture with Caption" type="picTx">
  <p:cSld name="PICTURE_WITH_CAPTION_TEXT">
    <p:spTree>
      <p:nvGrpSpPr>
        <p:cNvPr id="1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1"/>
          <p:cNvSpPr txBox="1">
            <a:spLocks noGrp="1"/>
          </p:cNvSpPr>
          <p:nvPr>
            <p:ph type="title"/>
          </p:nvPr>
        </p:nvSpPr>
        <p:spPr>
          <a:xfrm>
            <a:off x="7169154" y="23042880"/>
            <a:ext cx="21945600" cy="272034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9525" tIns="174750" rIns="349525" bIns="174750" anchor="b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7722" b="1"/>
            </a:lvl1pPr>
            <a:lvl2pPr lvl="1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7" name="Google Shape;67;p11"/>
          <p:cNvSpPr>
            <a:spLocks noGrp="1"/>
          </p:cNvSpPr>
          <p:nvPr>
            <p:ph type="pic" idx="2"/>
          </p:nvPr>
        </p:nvSpPr>
        <p:spPr>
          <a:xfrm>
            <a:off x="7169154" y="2941322"/>
            <a:ext cx="21945600" cy="19751040"/>
          </a:xfrm>
          <a:prstGeom prst="rect">
            <a:avLst/>
          </a:prstGeom>
          <a:noFill/>
          <a:ln>
            <a:noFill/>
          </a:ln>
        </p:spPr>
      </p:sp>
      <p:sp>
        <p:nvSpPr>
          <p:cNvPr id="68" name="Google Shape;68;p11"/>
          <p:cNvSpPr txBox="1">
            <a:spLocks noGrp="1"/>
          </p:cNvSpPr>
          <p:nvPr>
            <p:ph type="body" idx="1"/>
          </p:nvPr>
        </p:nvSpPr>
        <p:spPr>
          <a:xfrm>
            <a:off x="7169154" y="25763223"/>
            <a:ext cx="21945600" cy="3863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9525" tIns="174750" rIns="349525" bIns="174750" anchor="t" anchorCtr="0">
            <a:noAutofit/>
          </a:bodyPr>
          <a:lstStyle>
            <a:lvl1pPr marL="457200" lvl="0" indent="-228600" algn="l">
              <a:spcBef>
                <a:spcPts val="1097"/>
              </a:spcBef>
              <a:spcAft>
                <a:spcPts val="0"/>
              </a:spcAft>
              <a:buClr>
                <a:schemeClr val="dk1"/>
              </a:buClr>
              <a:buSzPts val="5486"/>
              <a:buNone/>
              <a:defRPr sz="5486"/>
            </a:lvl1pPr>
            <a:lvl2pPr marL="914400" lvl="1" indent="-228600" algn="l">
              <a:spcBef>
                <a:spcPts val="935"/>
              </a:spcBef>
              <a:spcAft>
                <a:spcPts val="0"/>
              </a:spcAft>
              <a:buClr>
                <a:schemeClr val="dk1"/>
              </a:buClr>
              <a:buSzPts val="4674"/>
              <a:buNone/>
              <a:defRPr sz="4674"/>
            </a:lvl2pPr>
            <a:lvl3pPr marL="1371600" lvl="2" indent="-228600" algn="l">
              <a:spcBef>
                <a:spcPts val="772"/>
              </a:spcBef>
              <a:spcAft>
                <a:spcPts val="0"/>
              </a:spcAft>
              <a:buClr>
                <a:schemeClr val="dk1"/>
              </a:buClr>
              <a:buSzPts val="3861"/>
              <a:buNone/>
              <a:defRPr sz="3861"/>
            </a:lvl3pPr>
            <a:lvl4pPr marL="1828800" lvl="3" indent="-228600" algn="l">
              <a:spcBef>
                <a:spcPts val="691"/>
              </a:spcBef>
              <a:spcAft>
                <a:spcPts val="0"/>
              </a:spcAft>
              <a:buClr>
                <a:schemeClr val="dk1"/>
              </a:buClr>
              <a:buSzPts val="3454"/>
              <a:buNone/>
              <a:defRPr sz="3454"/>
            </a:lvl4pPr>
            <a:lvl5pPr marL="2286000" lvl="4" indent="-228600" algn="l">
              <a:spcBef>
                <a:spcPts val="691"/>
              </a:spcBef>
              <a:spcAft>
                <a:spcPts val="0"/>
              </a:spcAft>
              <a:buClr>
                <a:schemeClr val="dk1"/>
              </a:buClr>
              <a:buSzPts val="3454"/>
              <a:buNone/>
              <a:defRPr sz="3454"/>
            </a:lvl5pPr>
            <a:lvl6pPr marL="2743200" lvl="5" indent="-228600" algn="l">
              <a:spcBef>
                <a:spcPts val="691"/>
              </a:spcBef>
              <a:spcAft>
                <a:spcPts val="0"/>
              </a:spcAft>
              <a:buClr>
                <a:schemeClr val="dk1"/>
              </a:buClr>
              <a:buSzPts val="3454"/>
              <a:buNone/>
              <a:defRPr sz="3454"/>
            </a:lvl6pPr>
            <a:lvl7pPr marL="3200400" lvl="6" indent="-228600" algn="l">
              <a:spcBef>
                <a:spcPts val="691"/>
              </a:spcBef>
              <a:spcAft>
                <a:spcPts val="0"/>
              </a:spcAft>
              <a:buClr>
                <a:schemeClr val="dk1"/>
              </a:buClr>
              <a:buSzPts val="3454"/>
              <a:buNone/>
              <a:defRPr sz="3454"/>
            </a:lvl7pPr>
            <a:lvl8pPr marL="3657600" lvl="7" indent="-228600" algn="l">
              <a:spcBef>
                <a:spcPts val="691"/>
              </a:spcBef>
              <a:spcAft>
                <a:spcPts val="0"/>
              </a:spcAft>
              <a:buClr>
                <a:schemeClr val="dk1"/>
              </a:buClr>
              <a:buSzPts val="3454"/>
              <a:buNone/>
              <a:defRPr sz="3454"/>
            </a:lvl8pPr>
            <a:lvl9pPr marL="4114800" lvl="8" indent="-228600" algn="l">
              <a:spcBef>
                <a:spcPts val="691"/>
              </a:spcBef>
              <a:spcAft>
                <a:spcPts val="0"/>
              </a:spcAft>
              <a:buClr>
                <a:schemeClr val="dk1"/>
              </a:buClr>
              <a:buSzPts val="3454"/>
              <a:buNone/>
              <a:defRPr sz="3454"/>
            </a:lvl9pPr>
          </a:lstStyle>
          <a:p>
            <a:endParaRPr/>
          </a:p>
        </p:txBody>
      </p:sp>
      <p:sp>
        <p:nvSpPr>
          <p:cNvPr id="69" name="Google Shape;69;p11"/>
          <p:cNvSpPr txBox="1">
            <a:spLocks noGrp="1"/>
          </p:cNvSpPr>
          <p:nvPr>
            <p:ph type="dt" idx="10"/>
          </p:nvPr>
        </p:nvSpPr>
        <p:spPr>
          <a:xfrm>
            <a:off x="1829043" y="30510162"/>
            <a:ext cx="8533917" cy="17535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9525" tIns="174750" rIns="349525" bIns="17475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11"/>
          <p:cNvSpPr txBox="1">
            <a:spLocks noGrp="1"/>
          </p:cNvSpPr>
          <p:nvPr>
            <p:ph type="ftr" idx="11"/>
          </p:nvPr>
        </p:nvSpPr>
        <p:spPr>
          <a:xfrm>
            <a:off x="12496840" y="30510162"/>
            <a:ext cx="11582320" cy="17535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9525" tIns="174750" rIns="349525" bIns="17475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1" name="Google Shape;71;p11"/>
          <p:cNvSpPr txBox="1">
            <a:spLocks noGrp="1"/>
          </p:cNvSpPr>
          <p:nvPr>
            <p:ph type="sldNum" idx="12"/>
          </p:nvPr>
        </p:nvSpPr>
        <p:spPr>
          <a:xfrm>
            <a:off x="26213043" y="30510162"/>
            <a:ext cx="8533917" cy="17535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9525" tIns="174750" rIns="349525" bIns="174750" anchor="ctr" anchorCtr="0">
            <a:noAutofit/>
          </a:bodyPr>
          <a:lstStyle>
            <a:lvl1pPr marL="0" marR="0" lvl="0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Vertical Text" type="vertTx">
  <p:cSld name="VERTICAL_TEXT">
    <p:spTree>
      <p:nvGrpSpPr>
        <p:cNvPr id="1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12"/>
          <p:cNvSpPr txBox="1">
            <a:spLocks noGrp="1"/>
          </p:cNvSpPr>
          <p:nvPr>
            <p:ph type="title"/>
          </p:nvPr>
        </p:nvSpPr>
        <p:spPr>
          <a:xfrm>
            <a:off x="1829042" y="1318072"/>
            <a:ext cx="32917916" cy="5487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9525" tIns="174750" rIns="349525" bIns="17475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4" name="Google Shape;74;p12"/>
          <p:cNvSpPr txBox="1">
            <a:spLocks noGrp="1"/>
          </p:cNvSpPr>
          <p:nvPr>
            <p:ph type="body" idx="1"/>
          </p:nvPr>
        </p:nvSpPr>
        <p:spPr>
          <a:xfrm rot="5400000">
            <a:off x="7425523" y="2084045"/>
            <a:ext cx="21724953" cy="3291791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9525" tIns="174750" rIns="349525" bIns="174750" anchor="t" anchorCtr="0">
            <a:no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5" name="Google Shape;75;p12"/>
          <p:cNvSpPr txBox="1">
            <a:spLocks noGrp="1"/>
          </p:cNvSpPr>
          <p:nvPr>
            <p:ph type="dt" idx="10"/>
          </p:nvPr>
        </p:nvSpPr>
        <p:spPr>
          <a:xfrm>
            <a:off x="1829043" y="30510162"/>
            <a:ext cx="8533917" cy="17535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9525" tIns="174750" rIns="349525" bIns="17475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6" name="Google Shape;76;p12"/>
          <p:cNvSpPr txBox="1">
            <a:spLocks noGrp="1"/>
          </p:cNvSpPr>
          <p:nvPr>
            <p:ph type="ftr" idx="11"/>
          </p:nvPr>
        </p:nvSpPr>
        <p:spPr>
          <a:xfrm>
            <a:off x="12496840" y="30510162"/>
            <a:ext cx="11582320" cy="17535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9525" tIns="174750" rIns="349525" bIns="17475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7" name="Google Shape;77;p12"/>
          <p:cNvSpPr txBox="1">
            <a:spLocks noGrp="1"/>
          </p:cNvSpPr>
          <p:nvPr>
            <p:ph type="sldNum" idx="12"/>
          </p:nvPr>
        </p:nvSpPr>
        <p:spPr>
          <a:xfrm>
            <a:off x="26213043" y="30510162"/>
            <a:ext cx="8533917" cy="17535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9525" tIns="174750" rIns="349525" bIns="174750" anchor="ctr" anchorCtr="0">
            <a:noAutofit/>
          </a:bodyPr>
          <a:lstStyle>
            <a:lvl1pPr marL="0" marR="0" lvl="0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Vertical Title and Text" type="vertTitleAndTx">
  <p:cSld name="VERTICAL_TITLE_AND_VERTICAL_TEXT">
    <p:spTree>
      <p:nvGrpSpPr>
        <p:cNvPr id="1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3"/>
          <p:cNvSpPr txBox="1">
            <a:spLocks noGrp="1"/>
          </p:cNvSpPr>
          <p:nvPr>
            <p:ph type="title"/>
          </p:nvPr>
        </p:nvSpPr>
        <p:spPr>
          <a:xfrm rot="5400000">
            <a:off x="85751673" y="53160931"/>
            <a:ext cx="134820662" cy="411480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9525" tIns="174750" rIns="349525" bIns="17475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0" name="Google Shape;80;p13"/>
          <p:cNvSpPr txBox="1">
            <a:spLocks noGrp="1"/>
          </p:cNvSpPr>
          <p:nvPr>
            <p:ph type="body" idx="1"/>
          </p:nvPr>
        </p:nvSpPr>
        <p:spPr>
          <a:xfrm rot="5400000">
            <a:off x="3150869" y="12317731"/>
            <a:ext cx="134820662" cy="12283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9525" tIns="174750" rIns="349525" bIns="174750" anchor="t" anchorCtr="0">
            <a:no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81" name="Google Shape;81;p13"/>
          <p:cNvSpPr txBox="1">
            <a:spLocks noGrp="1"/>
          </p:cNvSpPr>
          <p:nvPr>
            <p:ph type="dt" idx="10"/>
          </p:nvPr>
        </p:nvSpPr>
        <p:spPr>
          <a:xfrm>
            <a:off x="1829043" y="30510162"/>
            <a:ext cx="8533917" cy="17535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9525" tIns="174750" rIns="349525" bIns="17475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2" name="Google Shape;82;p13"/>
          <p:cNvSpPr txBox="1">
            <a:spLocks noGrp="1"/>
          </p:cNvSpPr>
          <p:nvPr>
            <p:ph type="ftr" idx="11"/>
          </p:nvPr>
        </p:nvSpPr>
        <p:spPr>
          <a:xfrm>
            <a:off x="12496840" y="30510162"/>
            <a:ext cx="11582320" cy="17535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9525" tIns="174750" rIns="349525" bIns="17475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3" name="Google Shape;83;p13"/>
          <p:cNvSpPr txBox="1">
            <a:spLocks noGrp="1"/>
          </p:cNvSpPr>
          <p:nvPr>
            <p:ph type="sldNum" idx="12"/>
          </p:nvPr>
        </p:nvSpPr>
        <p:spPr>
          <a:xfrm>
            <a:off x="26213043" y="30510162"/>
            <a:ext cx="8533917" cy="17535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9525" tIns="174750" rIns="349525" bIns="174750" anchor="ctr" anchorCtr="0">
            <a:noAutofit/>
          </a:bodyPr>
          <a:lstStyle>
            <a:lvl1pPr marL="0" marR="0" lvl="0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>
            <a:spLocks noGrp="1"/>
          </p:cNvSpPr>
          <p:nvPr>
            <p:ph type="title"/>
          </p:nvPr>
        </p:nvSpPr>
        <p:spPr>
          <a:xfrm>
            <a:off x="1829042" y="1318072"/>
            <a:ext cx="32917916" cy="5487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9525" tIns="174750" rIns="349525" bIns="17475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7069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7069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7069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7069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7069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7069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7069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7069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7069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1" name="Google Shape;11;p2"/>
          <p:cNvSpPr txBox="1">
            <a:spLocks noGrp="1"/>
          </p:cNvSpPr>
          <p:nvPr>
            <p:ph type="body" idx="1"/>
          </p:nvPr>
        </p:nvSpPr>
        <p:spPr>
          <a:xfrm>
            <a:off x="1829042" y="7680526"/>
            <a:ext cx="32917916" cy="2172495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9525" tIns="174750" rIns="349525" bIns="174750" anchor="t" anchorCtr="0">
            <a:noAutofit/>
          </a:bodyPr>
          <a:lstStyle>
            <a:lvl1pPr marL="457200" marR="0" lvl="0" indent="-1015682" algn="l" rtl="0">
              <a:spcBef>
                <a:spcPts val="2479"/>
              </a:spcBef>
              <a:spcAft>
                <a:spcPts val="0"/>
              </a:spcAft>
              <a:buClr>
                <a:schemeClr val="dk1"/>
              </a:buClr>
              <a:buSzPts val="12395"/>
              <a:buFont typeface="Arial"/>
              <a:buChar char="•"/>
              <a:defRPr sz="12395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918908" algn="l" rtl="0">
              <a:spcBef>
                <a:spcPts val="2174"/>
              </a:spcBef>
              <a:spcAft>
                <a:spcPts val="0"/>
              </a:spcAft>
              <a:buClr>
                <a:schemeClr val="dk1"/>
              </a:buClr>
              <a:buSzPts val="10871"/>
              <a:buFont typeface="Arial"/>
              <a:buChar char="–"/>
              <a:defRPr sz="10871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822134" algn="l" rtl="0">
              <a:spcBef>
                <a:spcPts val="1869"/>
              </a:spcBef>
              <a:spcAft>
                <a:spcPts val="0"/>
              </a:spcAft>
              <a:buClr>
                <a:schemeClr val="dk1"/>
              </a:buClr>
              <a:buSzPts val="9347"/>
              <a:buFont typeface="Arial"/>
              <a:buChar char="•"/>
              <a:defRPr sz="9347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718947" algn="l" rtl="0">
              <a:spcBef>
                <a:spcPts val="1544"/>
              </a:spcBef>
              <a:spcAft>
                <a:spcPts val="0"/>
              </a:spcAft>
              <a:buClr>
                <a:schemeClr val="dk1"/>
              </a:buClr>
              <a:buSzPts val="7722"/>
              <a:buFont typeface="Arial"/>
              <a:buChar char="–"/>
              <a:defRPr sz="7722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718947" algn="l" rtl="0">
              <a:spcBef>
                <a:spcPts val="1544"/>
              </a:spcBef>
              <a:spcAft>
                <a:spcPts val="0"/>
              </a:spcAft>
              <a:buClr>
                <a:schemeClr val="dk1"/>
              </a:buClr>
              <a:buSzPts val="7722"/>
              <a:buFont typeface="Arial"/>
              <a:buChar char="»"/>
              <a:defRPr sz="7722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718947" algn="l" rtl="0">
              <a:spcBef>
                <a:spcPts val="1544"/>
              </a:spcBef>
              <a:spcAft>
                <a:spcPts val="0"/>
              </a:spcAft>
              <a:buClr>
                <a:schemeClr val="dk1"/>
              </a:buClr>
              <a:buSzPts val="7722"/>
              <a:buFont typeface="Arial"/>
              <a:buChar char="•"/>
              <a:defRPr sz="7722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718947" algn="l" rtl="0">
              <a:spcBef>
                <a:spcPts val="1544"/>
              </a:spcBef>
              <a:spcAft>
                <a:spcPts val="0"/>
              </a:spcAft>
              <a:buClr>
                <a:schemeClr val="dk1"/>
              </a:buClr>
              <a:buSzPts val="7722"/>
              <a:buFont typeface="Arial"/>
              <a:buChar char="•"/>
              <a:defRPr sz="7722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718947" algn="l" rtl="0">
              <a:spcBef>
                <a:spcPts val="1544"/>
              </a:spcBef>
              <a:spcAft>
                <a:spcPts val="0"/>
              </a:spcAft>
              <a:buClr>
                <a:schemeClr val="dk1"/>
              </a:buClr>
              <a:buSzPts val="7722"/>
              <a:buFont typeface="Arial"/>
              <a:buChar char="•"/>
              <a:defRPr sz="7722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718946" algn="l" rtl="0">
              <a:spcBef>
                <a:spcPts val="1544"/>
              </a:spcBef>
              <a:spcAft>
                <a:spcPts val="0"/>
              </a:spcAft>
              <a:buClr>
                <a:schemeClr val="dk1"/>
              </a:buClr>
              <a:buSzPts val="7722"/>
              <a:buFont typeface="Arial"/>
              <a:buChar char="•"/>
              <a:defRPr sz="7722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2" name="Google Shape;12;p2"/>
          <p:cNvSpPr txBox="1">
            <a:spLocks noGrp="1"/>
          </p:cNvSpPr>
          <p:nvPr>
            <p:ph type="dt" idx="10"/>
          </p:nvPr>
        </p:nvSpPr>
        <p:spPr>
          <a:xfrm>
            <a:off x="1829043" y="30510162"/>
            <a:ext cx="8533917" cy="17535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9525" tIns="174750" rIns="349525" bIns="17475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690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690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690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690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690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690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690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690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3" name="Google Shape;13;p2"/>
          <p:cNvSpPr txBox="1">
            <a:spLocks noGrp="1"/>
          </p:cNvSpPr>
          <p:nvPr>
            <p:ph type="ftr" idx="11"/>
          </p:nvPr>
        </p:nvSpPr>
        <p:spPr>
          <a:xfrm>
            <a:off x="12496840" y="30510162"/>
            <a:ext cx="11582320" cy="17535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9525" tIns="174750" rIns="349525" bIns="17475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690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690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690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690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690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690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690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690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4" name="Google Shape;14;p2"/>
          <p:cNvSpPr txBox="1">
            <a:spLocks noGrp="1"/>
          </p:cNvSpPr>
          <p:nvPr>
            <p:ph type="sldNum" idx="12"/>
          </p:nvPr>
        </p:nvSpPr>
        <p:spPr>
          <a:xfrm>
            <a:off x="26213043" y="30510162"/>
            <a:ext cx="8533917" cy="17535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9525" tIns="174750" rIns="349525" bIns="17475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1" r:id="rId2"/>
    <p:sldLayoutId id="2147483652" r:id="rId3"/>
    <p:sldLayoutId id="2147483653" r:id="rId4"/>
    <p:sldLayoutId id="2147483654" r:id="rId5"/>
    <p:sldLayoutId id="2147483655" r:id="rId6"/>
    <p:sldLayoutId id="2147483656" r:id="rId7"/>
    <p:sldLayoutId id="2147483657" r:id="rId8"/>
    <p:sldLayoutId id="2147483658" r:id="rId9"/>
    <p:sldLayoutId id="2147483659" r:id="rId10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emf"/><Relationship Id="rId2" Type="http://schemas.openxmlformats.org/officeDocument/2006/relationships/oleObject" Target="../embeddings/oleObject1.bin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.svg"/><Relationship Id="rId5" Type="http://schemas.openxmlformats.org/officeDocument/2006/relationships/image" Target="../media/image2.emf"/><Relationship Id="rId4" Type="http://schemas.openxmlformats.org/officeDocument/2006/relationships/oleObject" Target="../embeddings/oleObject2.bin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emf"/><Relationship Id="rId7" Type="http://schemas.openxmlformats.org/officeDocument/2006/relationships/image" Target="../media/image8.emf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7.emf"/><Relationship Id="rId5" Type="http://schemas.openxmlformats.org/officeDocument/2006/relationships/image" Target="../media/image6.emf"/><Relationship Id="rId4" Type="http://schemas.openxmlformats.org/officeDocument/2006/relationships/image" Target="../media/image5.emf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Object 5">
            <a:extLst>
              <a:ext uri="{FF2B5EF4-FFF2-40B4-BE49-F238E27FC236}">
                <a16:creationId xmlns:a16="http://schemas.microsoft.com/office/drawing/2014/main" id="{09CAA071-A88A-9345-9C5E-670D89893124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730037387"/>
              </p:ext>
            </p:extLst>
          </p:nvPr>
        </p:nvGraphicFramePr>
        <p:xfrm>
          <a:off x="98425" y="98425"/>
          <a:ext cx="400050" cy="5143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Packager Shell Object" showAsIcon="1" r:id="rId2" imgW="400069" imgH="514350" progId="Package">
                  <p:embed/>
                </p:oleObj>
              </mc:Choice>
              <mc:Fallback>
                <p:oleObj name="Packager Shell Object" showAsIcon="1" r:id="rId2" imgW="400069" imgH="514350" progId="Package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3"/>
                      <a:stretch>
                        <a:fillRect/>
                      </a:stretch>
                    </p:blipFill>
                    <p:spPr>
                      <a:xfrm>
                        <a:off x="98425" y="98425"/>
                        <a:ext cx="400050" cy="51435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7" name="Object 6">
            <a:extLst>
              <a:ext uri="{FF2B5EF4-FFF2-40B4-BE49-F238E27FC236}">
                <a16:creationId xmlns:a16="http://schemas.microsoft.com/office/drawing/2014/main" id="{86D2717A-0DF5-7447-97FA-7EE5E471C504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662366214"/>
              </p:ext>
            </p:extLst>
          </p:nvPr>
        </p:nvGraphicFramePr>
        <p:xfrm>
          <a:off x="98425" y="98425"/>
          <a:ext cx="400050" cy="5143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Packager Shell Object" showAsIcon="1" r:id="rId4" imgW="400069" imgH="514350" progId="Package">
                  <p:embed/>
                </p:oleObj>
              </mc:Choice>
              <mc:Fallback>
                <p:oleObj name="Packager Shell Object" showAsIcon="1" r:id="rId4" imgW="400069" imgH="514350" progId="Package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98425" y="98425"/>
                        <a:ext cx="400050" cy="51435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3" name="Graphic 2">
            <a:extLst>
              <a:ext uri="{FF2B5EF4-FFF2-40B4-BE49-F238E27FC236}">
                <a16:creationId xmlns:a16="http://schemas.microsoft.com/office/drawing/2014/main" id="{946DE017-C61A-312C-B65E-0CBC13258BE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rcRect l="2500" r="5238"/>
          <a:stretch>
            <a:fillRect/>
          </a:stretch>
        </p:blipFill>
        <p:spPr>
          <a:xfrm>
            <a:off x="914400" y="8250647"/>
            <a:ext cx="33745714" cy="164171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5014684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" name="Picture 23">
            <a:extLst>
              <a:ext uri="{FF2B5EF4-FFF2-40B4-BE49-F238E27FC236}">
                <a16:creationId xmlns:a16="http://schemas.microsoft.com/office/drawing/2014/main" id="{318ACE6C-1E58-2372-301D-A00D8C993EB2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8371" t="14791" r="26936" b="21594"/>
          <a:stretch>
            <a:fillRect/>
          </a:stretch>
        </p:blipFill>
        <p:spPr>
          <a:xfrm>
            <a:off x="10320904" y="14225618"/>
            <a:ext cx="6385946" cy="3696759"/>
          </a:xfrm>
          <a:prstGeom prst="rect">
            <a:avLst/>
          </a:prstGeom>
        </p:spPr>
      </p:pic>
      <p:pic>
        <p:nvPicPr>
          <p:cNvPr id="26" name="Picture 25">
            <a:extLst>
              <a:ext uri="{FF2B5EF4-FFF2-40B4-BE49-F238E27FC236}">
                <a16:creationId xmlns:a16="http://schemas.microsoft.com/office/drawing/2014/main" id="{C3F183E1-6DCC-B31E-7E04-53DF98C8318C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18440" t="14545" r="26936" b="21594"/>
          <a:stretch>
            <a:fillRect/>
          </a:stretch>
        </p:blipFill>
        <p:spPr>
          <a:xfrm>
            <a:off x="10329062" y="9182100"/>
            <a:ext cx="6377788" cy="3711077"/>
          </a:xfrm>
          <a:prstGeom prst="rect">
            <a:avLst/>
          </a:prstGeom>
        </p:spPr>
      </p:pic>
      <p:pic>
        <p:nvPicPr>
          <p:cNvPr id="28" name="Picture 27">
            <a:extLst>
              <a:ext uri="{FF2B5EF4-FFF2-40B4-BE49-F238E27FC236}">
                <a16:creationId xmlns:a16="http://schemas.microsoft.com/office/drawing/2014/main" id="{E9A566FE-3B54-A440-91D1-5A36DE7A6A3B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18371" t="14546" r="26936" b="21929"/>
          <a:stretch>
            <a:fillRect/>
          </a:stretch>
        </p:blipFill>
        <p:spPr>
          <a:xfrm>
            <a:off x="19192870" y="9182100"/>
            <a:ext cx="6385946" cy="3691628"/>
          </a:xfrm>
          <a:prstGeom prst="rect">
            <a:avLst/>
          </a:prstGeom>
        </p:spPr>
      </p:pic>
      <p:pic>
        <p:nvPicPr>
          <p:cNvPr id="30" name="Picture 29">
            <a:extLst>
              <a:ext uri="{FF2B5EF4-FFF2-40B4-BE49-F238E27FC236}">
                <a16:creationId xmlns:a16="http://schemas.microsoft.com/office/drawing/2014/main" id="{421B756D-B40B-DFAB-B7DB-B8E1C5693CC8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l="18385" t="14481" r="26936" b="21984"/>
          <a:stretch>
            <a:fillRect/>
          </a:stretch>
        </p:blipFill>
        <p:spPr>
          <a:xfrm>
            <a:off x="19194648" y="14207607"/>
            <a:ext cx="6384168" cy="3692134"/>
          </a:xfrm>
          <a:prstGeom prst="rect">
            <a:avLst/>
          </a:prstGeom>
        </p:spPr>
      </p:pic>
      <p:sp>
        <p:nvSpPr>
          <p:cNvPr id="76" name="TextBox 75">
            <a:extLst>
              <a:ext uri="{FF2B5EF4-FFF2-40B4-BE49-F238E27FC236}">
                <a16:creationId xmlns:a16="http://schemas.microsoft.com/office/drawing/2014/main" id="{939C6B43-D60B-3B1B-5F9B-E80C7751207F}"/>
              </a:ext>
            </a:extLst>
          </p:cNvPr>
          <p:cNvSpPr txBox="1"/>
          <p:nvPr/>
        </p:nvSpPr>
        <p:spPr>
          <a:xfrm>
            <a:off x="16706850" y="14372111"/>
            <a:ext cx="248780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dirty="0"/>
              <a:t>DNA age</a:t>
            </a:r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E1E55848-415D-8585-6F8E-2B3F923604B6}"/>
              </a:ext>
            </a:extLst>
          </p:cNvPr>
          <p:cNvSpPr txBox="1"/>
          <p:nvPr/>
        </p:nvSpPr>
        <p:spPr>
          <a:xfrm>
            <a:off x="16706850" y="14585670"/>
            <a:ext cx="248780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dirty="0"/>
              <a:t>DNA age x prop.</a:t>
            </a:r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6A65F75F-7406-19B8-60BE-FC78FD47575E}"/>
              </a:ext>
            </a:extLst>
          </p:cNvPr>
          <p:cNvSpPr txBox="1"/>
          <p:nvPr/>
        </p:nvSpPr>
        <p:spPr>
          <a:xfrm>
            <a:off x="16708628" y="14791991"/>
            <a:ext cx="248780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dirty="0"/>
              <a:t>LINE age</a:t>
            </a:r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6B70A642-5089-5511-DCC3-9BE2A5A9134D}"/>
              </a:ext>
            </a:extLst>
          </p:cNvPr>
          <p:cNvSpPr txBox="1"/>
          <p:nvPr/>
        </p:nvSpPr>
        <p:spPr>
          <a:xfrm>
            <a:off x="16706849" y="15002375"/>
            <a:ext cx="248780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dirty="0"/>
              <a:t>LTR age x prop.</a:t>
            </a:r>
          </a:p>
        </p:txBody>
      </p:sp>
      <p:sp>
        <p:nvSpPr>
          <p:cNvPr id="96" name="TextBox 95">
            <a:extLst>
              <a:ext uri="{FF2B5EF4-FFF2-40B4-BE49-F238E27FC236}">
                <a16:creationId xmlns:a16="http://schemas.microsoft.com/office/drawing/2014/main" id="{72373E00-0E2C-133A-462B-24CDA1F731A7}"/>
              </a:ext>
            </a:extLst>
          </p:cNvPr>
          <p:cNvSpPr txBox="1"/>
          <p:nvPr/>
        </p:nvSpPr>
        <p:spPr>
          <a:xfrm>
            <a:off x="16706849" y="15215730"/>
            <a:ext cx="248780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dirty="0"/>
              <a:t>Others age</a:t>
            </a:r>
          </a:p>
        </p:txBody>
      </p:sp>
      <p:sp>
        <p:nvSpPr>
          <p:cNvPr id="97" name="TextBox 96">
            <a:extLst>
              <a:ext uri="{FF2B5EF4-FFF2-40B4-BE49-F238E27FC236}">
                <a16:creationId xmlns:a16="http://schemas.microsoft.com/office/drawing/2014/main" id="{BA4D181F-90F0-5E61-CAAD-BED1FC829F8E}"/>
              </a:ext>
            </a:extLst>
          </p:cNvPr>
          <p:cNvSpPr txBox="1"/>
          <p:nvPr/>
        </p:nvSpPr>
        <p:spPr>
          <a:xfrm>
            <a:off x="16706848" y="15422236"/>
            <a:ext cx="248780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dirty="0"/>
              <a:t>Others age x prop.</a:t>
            </a:r>
          </a:p>
        </p:txBody>
      </p:sp>
      <p:sp>
        <p:nvSpPr>
          <p:cNvPr id="98" name="TextBox 97">
            <a:extLst>
              <a:ext uri="{FF2B5EF4-FFF2-40B4-BE49-F238E27FC236}">
                <a16:creationId xmlns:a16="http://schemas.microsoft.com/office/drawing/2014/main" id="{00B877AF-38AD-9DBC-2C45-7629250CBBEA}"/>
              </a:ext>
            </a:extLst>
          </p:cNvPr>
          <p:cNvSpPr txBox="1"/>
          <p:nvPr/>
        </p:nvSpPr>
        <p:spPr>
          <a:xfrm>
            <a:off x="16706848" y="15629241"/>
            <a:ext cx="248780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dirty="0"/>
              <a:t>SINE age</a:t>
            </a:r>
          </a:p>
        </p:txBody>
      </p:sp>
      <p:sp>
        <p:nvSpPr>
          <p:cNvPr id="99" name="TextBox 98">
            <a:extLst>
              <a:ext uri="{FF2B5EF4-FFF2-40B4-BE49-F238E27FC236}">
                <a16:creationId xmlns:a16="http://schemas.microsoft.com/office/drawing/2014/main" id="{4668BB68-638E-1D9F-91BC-423998C045A3}"/>
              </a:ext>
            </a:extLst>
          </p:cNvPr>
          <p:cNvSpPr txBox="1"/>
          <p:nvPr/>
        </p:nvSpPr>
        <p:spPr>
          <a:xfrm>
            <a:off x="16706848" y="15838922"/>
            <a:ext cx="248780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dirty="0"/>
              <a:t>All repeats age</a:t>
            </a:r>
          </a:p>
        </p:txBody>
      </p:sp>
      <p:sp>
        <p:nvSpPr>
          <p:cNvPr id="100" name="TextBox 99">
            <a:extLst>
              <a:ext uri="{FF2B5EF4-FFF2-40B4-BE49-F238E27FC236}">
                <a16:creationId xmlns:a16="http://schemas.microsoft.com/office/drawing/2014/main" id="{CFF3CD41-47FA-440C-7D98-635A279140AC}"/>
              </a:ext>
            </a:extLst>
          </p:cNvPr>
          <p:cNvSpPr txBox="1"/>
          <p:nvPr/>
        </p:nvSpPr>
        <p:spPr>
          <a:xfrm>
            <a:off x="16706848" y="16049306"/>
            <a:ext cx="248780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dirty="0"/>
              <a:t>Unknown age</a:t>
            </a:r>
          </a:p>
        </p:txBody>
      </p:sp>
      <p:sp>
        <p:nvSpPr>
          <p:cNvPr id="101" name="TextBox 100">
            <a:extLst>
              <a:ext uri="{FF2B5EF4-FFF2-40B4-BE49-F238E27FC236}">
                <a16:creationId xmlns:a16="http://schemas.microsoft.com/office/drawing/2014/main" id="{EB59AF06-345B-5710-5C06-AAC5E80D94BB}"/>
              </a:ext>
            </a:extLst>
          </p:cNvPr>
          <p:cNvSpPr txBox="1"/>
          <p:nvPr/>
        </p:nvSpPr>
        <p:spPr>
          <a:xfrm>
            <a:off x="16706847" y="16255233"/>
            <a:ext cx="248780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dirty="0"/>
              <a:t>Unknown age x prop.</a:t>
            </a:r>
          </a:p>
        </p:txBody>
      </p:sp>
      <p:sp>
        <p:nvSpPr>
          <p:cNvPr id="102" name="TextBox 101">
            <a:extLst>
              <a:ext uri="{FF2B5EF4-FFF2-40B4-BE49-F238E27FC236}">
                <a16:creationId xmlns:a16="http://schemas.microsoft.com/office/drawing/2014/main" id="{F150C5D2-2ACD-00EF-51EF-9211CDC7D71E}"/>
              </a:ext>
            </a:extLst>
          </p:cNvPr>
          <p:cNvSpPr txBox="1"/>
          <p:nvPr/>
        </p:nvSpPr>
        <p:spPr>
          <a:xfrm>
            <a:off x="16708622" y="16469765"/>
            <a:ext cx="248780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dirty="0"/>
              <a:t>LINE proportion</a:t>
            </a:r>
          </a:p>
        </p:txBody>
      </p:sp>
      <p:sp>
        <p:nvSpPr>
          <p:cNvPr id="103" name="TextBox 102">
            <a:extLst>
              <a:ext uri="{FF2B5EF4-FFF2-40B4-BE49-F238E27FC236}">
                <a16:creationId xmlns:a16="http://schemas.microsoft.com/office/drawing/2014/main" id="{CD5E684C-F46B-6DCD-2F11-F6359C49EFCE}"/>
              </a:ext>
            </a:extLst>
          </p:cNvPr>
          <p:cNvSpPr txBox="1"/>
          <p:nvPr/>
        </p:nvSpPr>
        <p:spPr>
          <a:xfrm>
            <a:off x="16706846" y="16678383"/>
            <a:ext cx="248780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dirty="0"/>
              <a:t>LTR proportion</a:t>
            </a:r>
          </a:p>
        </p:txBody>
      </p:sp>
      <p:sp>
        <p:nvSpPr>
          <p:cNvPr id="104" name="TextBox 103">
            <a:extLst>
              <a:ext uri="{FF2B5EF4-FFF2-40B4-BE49-F238E27FC236}">
                <a16:creationId xmlns:a16="http://schemas.microsoft.com/office/drawing/2014/main" id="{05D3EC8F-6E39-821E-EC84-4864C80D2187}"/>
              </a:ext>
            </a:extLst>
          </p:cNvPr>
          <p:cNvSpPr txBox="1"/>
          <p:nvPr/>
        </p:nvSpPr>
        <p:spPr>
          <a:xfrm>
            <a:off x="16706846" y="16885388"/>
            <a:ext cx="248780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dirty="0"/>
              <a:t>Others proportion</a:t>
            </a:r>
          </a:p>
        </p:txBody>
      </p:sp>
      <p:sp>
        <p:nvSpPr>
          <p:cNvPr id="105" name="TextBox 104">
            <a:extLst>
              <a:ext uri="{FF2B5EF4-FFF2-40B4-BE49-F238E27FC236}">
                <a16:creationId xmlns:a16="http://schemas.microsoft.com/office/drawing/2014/main" id="{E9F448CD-9517-E59E-ED0F-E7696A9CBF51}"/>
              </a:ext>
            </a:extLst>
          </p:cNvPr>
          <p:cNvSpPr txBox="1"/>
          <p:nvPr/>
        </p:nvSpPr>
        <p:spPr>
          <a:xfrm>
            <a:off x="16706846" y="17094877"/>
            <a:ext cx="248780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dirty="0"/>
              <a:t>SINE proportion</a:t>
            </a:r>
          </a:p>
        </p:txBody>
      </p:sp>
      <p:sp>
        <p:nvSpPr>
          <p:cNvPr id="106" name="TextBox 105">
            <a:extLst>
              <a:ext uri="{FF2B5EF4-FFF2-40B4-BE49-F238E27FC236}">
                <a16:creationId xmlns:a16="http://schemas.microsoft.com/office/drawing/2014/main" id="{1819C32A-9F00-D7B1-7BF9-6C1A50DDF6D6}"/>
              </a:ext>
            </a:extLst>
          </p:cNvPr>
          <p:cNvSpPr txBox="1"/>
          <p:nvPr/>
        </p:nvSpPr>
        <p:spPr>
          <a:xfrm>
            <a:off x="16706845" y="17305408"/>
            <a:ext cx="248780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dirty="0"/>
              <a:t>Unknown proportion</a:t>
            </a:r>
          </a:p>
        </p:txBody>
      </p:sp>
      <p:sp>
        <p:nvSpPr>
          <p:cNvPr id="108" name="TextBox 107">
            <a:extLst>
              <a:ext uri="{FF2B5EF4-FFF2-40B4-BE49-F238E27FC236}">
                <a16:creationId xmlns:a16="http://schemas.microsoft.com/office/drawing/2014/main" id="{38898794-FEC8-FD34-28F4-8093F0869D21}"/>
              </a:ext>
            </a:extLst>
          </p:cNvPr>
          <p:cNvSpPr txBox="1"/>
          <p:nvPr/>
        </p:nvSpPr>
        <p:spPr>
          <a:xfrm>
            <a:off x="16705067" y="11875543"/>
            <a:ext cx="248780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800" dirty="0"/>
              <a:t>LINE proportion</a:t>
            </a:r>
          </a:p>
        </p:txBody>
      </p:sp>
      <p:sp>
        <p:nvSpPr>
          <p:cNvPr id="109" name="TextBox 108">
            <a:extLst>
              <a:ext uri="{FF2B5EF4-FFF2-40B4-BE49-F238E27FC236}">
                <a16:creationId xmlns:a16="http://schemas.microsoft.com/office/drawing/2014/main" id="{C90CFF59-4196-EC7A-5570-F91559CE3A8E}"/>
              </a:ext>
            </a:extLst>
          </p:cNvPr>
          <p:cNvSpPr txBox="1"/>
          <p:nvPr/>
        </p:nvSpPr>
        <p:spPr>
          <a:xfrm>
            <a:off x="16705067" y="11143804"/>
            <a:ext cx="248780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800" dirty="0"/>
              <a:t>DNA proportion</a:t>
            </a:r>
          </a:p>
        </p:txBody>
      </p:sp>
      <p:sp>
        <p:nvSpPr>
          <p:cNvPr id="110" name="TextBox 109">
            <a:extLst>
              <a:ext uri="{FF2B5EF4-FFF2-40B4-BE49-F238E27FC236}">
                <a16:creationId xmlns:a16="http://schemas.microsoft.com/office/drawing/2014/main" id="{B544D9A0-56E5-D542-FF0C-3852BBAD7190}"/>
              </a:ext>
            </a:extLst>
          </p:cNvPr>
          <p:cNvSpPr txBox="1"/>
          <p:nvPr/>
        </p:nvSpPr>
        <p:spPr>
          <a:xfrm>
            <a:off x="16705067" y="10415216"/>
            <a:ext cx="248780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800" dirty="0"/>
              <a:t>SINE age x prop.</a:t>
            </a:r>
          </a:p>
        </p:txBody>
      </p:sp>
      <p:sp>
        <p:nvSpPr>
          <p:cNvPr id="111" name="TextBox 110">
            <a:extLst>
              <a:ext uri="{FF2B5EF4-FFF2-40B4-BE49-F238E27FC236}">
                <a16:creationId xmlns:a16="http://schemas.microsoft.com/office/drawing/2014/main" id="{315F07EE-C69C-86EF-B4C3-8F5A2BE0C7EF}"/>
              </a:ext>
            </a:extLst>
          </p:cNvPr>
          <p:cNvSpPr txBox="1"/>
          <p:nvPr/>
        </p:nvSpPr>
        <p:spPr>
          <a:xfrm>
            <a:off x="16705067" y="9682389"/>
            <a:ext cx="248780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800" dirty="0"/>
              <a:t>LINE age x prop.</a:t>
            </a:r>
          </a:p>
        </p:txBody>
      </p:sp>
      <p:sp>
        <p:nvSpPr>
          <p:cNvPr id="112" name="TextBox 111">
            <a:extLst>
              <a:ext uri="{FF2B5EF4-FFF2-40B4-BE49-F238E27FC236}">
                <a16:creationId xmlns:a16="http://schemas.microsoft.com/office/drawing/2014/main" id="{7C85B920-D38F-E181-DF07-CBD636DCDF32}"/>
              </a:ext>
            </a:extLst>
          </p:cNvPr>
          <p:cNvSpPr txBox="1"/>
          <p:nvPr/>
        </p:nvSpPr>
        <p:spPr>
          <a:xfrm>
            <a:off x="7841262" y="12085238"/>
            <a:ext cx="248780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800" dirty="0"/>
              <a:t>SINE proportion</a:t>
            </a:r>
          </a:p>
        </p:txBody>
      </p:sp>
      <p:sp>
        <p:nvSpPr>
          <p:cNvPr id="113" name="TextBox 112">
            <a:extLst>
              <a:ext uri="{FF2B5EF4-FFF2-40B4-BE49-F238E27FC236}">
                <a16:creationId xmlns:a16="http://schemas.microsoft.com/office/drawing/2014/main" id="{229A31CA-E605-F9FC-8580-08AED5276117}"/>
              </a:ext>
            </a:extLst>
          </p:cNvPr>
          <p:cNvSpPr txBox="1"/>
          <p:nvPr/>
        </p:nvSpPr>
        <p:spPr>
          <a:xfrm>
            <a:off x="7843223" y="11650003"/>
            <a:ext cx="248780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800" dirty="0"/>
              <a:t>LINE proportion</a:t>
            </a:r>
          </a:p>
        </p:txBody>
      </p:sp>
      <p:sp>
        <p:nvSpPr>
          <p:cNvPr id="114" name="TextBox 113">
            <a:extLst>
              <a:ext uri="{FF2B5EF4-FFF2-40B4-BE49-F238E27FC236}">
                <a16:creationId xmlns:a16="http://schemas.microsoft.com/office/drawing/2014/main" id="{10124EE6-EAA2-3E08-0874-B9ADD82C92AF}"/>
              </a:ext>
            </a:extLst>
          </p:cNvPr>
          <p:cNvSpPr txBox="1"/>
          <p:nvPr/>
        </p:nvSpPr>
        <p:spPr>
          <a:xfrm>
            <a:off x="7841262" y="11214768"/>
            <a:ext cx="248780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800" dirty="0"/>
              <a:t>DNA proportion</a:t>
            </a:r>
          </a:p>
        </p:txBody>
      </p:sp>
      <p:sp>
        <p:nvSpPr>
          <p:cNvPr id="115" name="TextBox 114">
            <a:extLst>
              <a:ext uri="{FF2B5EF4-FFF2-40B4-BE49-F238E27FC236}">
                <a16:creationId xmlns:a16="http://schemas.microsoft.com/office/drawing/2014/main" id="{53A789F0-9989-C6C4-9A3E-50211C600F71}"/>
              </a:ext>
            </a:extLst>
          </p:cNvPr>
          <p:cNvSpPr txBox="1"/>
          <p:nvPr/>
        </p:nvSpPr>
        <p:spPr>
          <a:xfrm>
            <a:off x="7841261" y="10779533"/>
            <a:ext cx="248780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800" dirty="0"/>
              <a:t>All repeats age</a:t>
            </a:r>
          </a:p>
        </p:txBody>
      </p:sp>
      <p:sp>
        <p:nvSpPr>
          <p:cNvPr id="116" name="TextBox 115">
            <a:extLst>
              <a:ext uri="{FF2B5EF4-FFF2-40B4-BE49-F238E27FC236}">
                <a16:creationId xmlns:a16="http://schemas.microsoft.com/office/drawing/2014/main" id="{1615377D-50C0-F060-F63D-C46C25C5B236}"/>
              </a:ext>
            </a:extLst>
          </p:cNvPr>
          <p:cNvSpPr txBox="1"/>
          <p:nvPr/>
        </p:nvSpPr>
        <p:spPr>
          <a:xfrm>
            <a:off x="7841260" y="10343777"/>
            <a:ext cx="248780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800" dirty="0"/>
              <a:t>SINE age x prop.</a:t>
            </a:r>
          </a:p>
        </p:txBody>
      </p:sp>
      <p:sp>
        <p:nvSpPr>
          <p:cNvPr id="117" name="TextBox 116">
            <a:extLst>
              <a:ext uri="{FF2B5EF4-FFF2-40B4-BE49-F238E27FC236}">
                <a16:creationId xmlns:a16="http://schemas.microsoft.com/office/drawing/2014/main" id="{48BC15BA-5DF1-7D87-11F8-62101FE505BA}"/>
              </a:ext>
            </a:extLst>
          </p:cNvPr>
          <p:cNvSpPr txBox="1"/>
          <p:nvPr/>
        </p:nvSpPr>
        <p:spPr>
          <a:xfrm>
            <a:off x="7841260" y="9907419"/>
            <a:ext cx="248780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800" dirty="0"/>
              <a:t>SINE age</a:t>
            </a:r>
          </a:p>
        </p:txBody>
      </p:sp>
      <p:sp>
        <p:nvSpPr>
          <p:cNvPr id="118" name="TextBox 117">
            <a:extLst>
              <a:ext uri="{FF2B5EF4-FFF2-40B4-BE49-F238E27FC236}">
                <a16:creationId xmlns:a16="http://schemas.microsoft.com/office/drawing/2014/main" id="{5C876687-0AFC-AD68-E32B-7BB5189198D7}"/>
              </a:ext>
            </a:extLst>
          </p:cNvPr>
          <p:cNvSpPr txBox="1"/>
          <p:nvPr/>
        </p:nvSpPr>
        <p:spPr>
          <a:xfrm>
            <a:off x="7841259" y="9469803"/>
            <a:ext cx="248780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800" dirty="0"/>
              <a:t>LTR age x prop.</a:t>
            </a:r>
          </a:p>
        </p:txBody>
      </p:sp>
      <p:sp>
        <p:nvSpPr>
          <p:cNvPr id="119" name="TextBox 118">
            <a:extLst>
              <a:ext uri="{FF2B5EF4-FFF2-40B4-BE49-F238E27FC236}">
                <a16:creationId xmlns:a16="http://schemas.microsoft.com/office/drawing/2014/main" id="{728CACD8-4266-26C9-8DEB-A7A1DE4F7273}"/>
              </a:ext>
            </a:extLst>
          </p:cNvPr>
          <p:cNvSpPr txBox="1"/>
          <p:nvPr/>
        </p:nvSpPr>
        <p:spPr>
          <a:xfrm>
            <a:off x="7841259" y="15808716"/>
            <a:ext cx="248780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800" dirty="0"/>
              <a:t>Others proportion</a:t>
            </a:r>
          </a:p>
        </p:txBody>
      </p:sp>
      <p:pic>
        <p:nvPicPr>
          <p:cNvPr id="120" name="Picture 119">
            <a:extLst>
              <a:ext uri="{FF2B5EF4-FFF2-40B4-BE49-F238E27FC236}">
                <a16:creationId xmlns:a16="http://schemas.microsoft.com/office/drawing/2014/main" id="{6BF62B03-76DD-5EB0-2350-8C1AE3C543BD}"/>
              </a:ext>
            </a:extLst>
          </p:cNvPr>
          <p:cNvPicPr>
            <a:picLocks noChangeAspect="1"/>
          </p:cNvPicPr>
          <p:nvPr/>
        </p:nvPicPr>
        <p:blipFill>
          <a:blip r:embed="rId7"/>
          <a:srcRect l="72582" t="21697" r="10049" b="63999"/>
          <a:stretch>
            <a:fillRect/>
          </a:stretch>
        </p:blipFill>
        <p:spPr>
          <a:xfrm>
            <a:off x="25375433" y="10343777"/>
            <a:ext cx="3194187" cy="1498907"/>
          </a:xfrm>
          <a:prstGeom prst="rect">
            <a:avLst/>
          </a:prstGeom>
        </p:spPr>
      </p:pic>
      <p:grpSp>
        <p:nvGrpSpPr>
          <p:cNvPr id="193" name="Group 192">
            <a:extLst>
              <a:ext uri="{FF2B5EF4-FFF2-40B4-BE49-F238E27FC236}">
                <a16:creationId xmlns:a16="http://schemas.microsoft.com/office/drawing/2014/main" id="{16CF8CBC-D2A7-DEB6-43BC-768B89739AB3}"/>
              </a:ext>
            </a:extLst>
          </p:cNvPr>
          <p:cNvGrpSpPr/>
          <p:nvPr/>
        </p:nvGrpSpPr>
        <p:grpSpPr>
          <a:xfrm>
            <a:off x="25967960" y="12113015"/>
            <a:ext cx="2618621" cy="5837070"/>
            <a:chOff x="26196264" y="12193271"/>
            <a:chExt cx="2618621" cy="5837070"/>
          </a:xfrm>
        </p:grpSpPr>
        <p:sp>
          <p:nvSpPr>
            <p:cNvPr id="122" name="TextBox 121">
              <a:extLst>
                <a:ext uri="{FF2B5EF4-FFF2-40B4-BE49-F238E27FC236}">
                  <a16:creationId xmlns:a16="http://schemas.microsoft.com/office/drawing/2014/main" id="{3081E5F0-4263-1175-30EF-85D92F9B8011}"/>
                </a:ext>
              </a:extLst>
            </p:cNvPr>
            <p:cNvSpPr txBox="1"/>
            <p:nvPr/>
          </p:nvSpPr>
          <p:spPr>
            <a:xfrm>
              <a:off x="27737927" y="17507121"/>
              <a:ext cx="1076958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2800" dirty="0"/>
                <a:t>0.5</a:t>
              </a:r>
            </a:p>
          </p:txBody>
        </p:sp>
        <p:sp>
          <p:nvSpPr>
            <p:cNvPr id="123" name="TextBox 122">
              <a:extLst>
                <a:ext uri="{FF2B5EF4-FFF2-40B4-BE49-F238E27FC236}">
                  <a16:creationId xmlns:a16="http://schemas.microsoft.com/office/drawing/2014/main" id="{3EDA5315-CAE9-FD83-C900-C1A33A61CF91}"/>
                </a:ext>
              </a:extLst>
            </p:cNvPr>
            <p:cNvSpPr txBox="1"/>
            <p:nvPr/>
          </p:nvSpPr>
          <p:spPr>
            <a:xfrm>
              <a:off x="27737927" y="12193271"/>
              <a:ext cx="1076958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2800" dirty="0"/>
                <a:t>1</a:t>
              </a:r>
            </a:p>
          </p:txBody>
        </p:sp>
        <p:sp>
          <p:nvSpPr>
            <p:cNvPr id="124" name="TextBox 123">
              <a:extLst>
                <a:ext uri="{FF2B5EF4-FFF2-40B4-BE49-F238E27FC236}">
                  <a16:creationId xmlns:a16="http://schemas.microsoft.com/office/drawing/2014/main" id="{FC0FD309-454B-75BD-2355-2C1822A07440}"/>
                </a:ext>
              </a:extLst>
            </p:cNvPr>
            <p:cNvSpPr txBox="1"/>
            <p:nvPr/>
          </p:nvSpPr>
          <p:spPr>
            <a:xfrm>
              <a:off x="27737927" y="14845178"/>
              <a:ext cx="1076958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2800" dirty="0"/>
                <a:t>0.75</a:t>
              </a:r>
            </a:p>
          </p:txBody>
        </p:sp>
        <p:pic>
          <p:nvPicPr>
            <p:cNvPr id="126" name="Picture 125">
              <a:extLst>
                <a:ext uri="{FF2B5EF4-FFF2-40B4-BE49-F238E27FC236}">
                  <a16:creationId xmlns:a16="http://schemas.microsoft.com/office/drawing/2014/main" id="{E782AADA-9C34-46C4-111D-837C0D8FDF0D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rcRect l="77335" t="70454" r="2272" b="27368"/>
            <a:stretch>
              <a:fillRect/>
            </a:stretch>
          </p:blipFill>
          <p:spPr>
            <a:xfrm rot="16200000">
              <a:off x="24495050" y="14796077"/>
              <a:ext cx="5348601" cy="629590"/>
            </a:xfrm>
            <a:prstGeom prst="rect">
              <a:avLst/>
            </a:prstGeom>
          </p:spPr>
        </p:pic>
        <p:sp>
          <p:nvSpPr>
            <p:cNvPr id="127" name="TextBox 126">
              <a:extLst>
                <a:ext uri="{FF2B5EF4-FFF2-40B4-BE49-F238E27FC236}">
                  <a16:creationId xmlns:a16="http://schemas.microsoft.com/office/drawing/2014/main" id="{F42C09AD-0AF7-0CF8-B180-AD38F49D012D}"/>
                </a:ext>
              </a:extLst>
            </p:cNvPr>
            <p:cNvSpPr txBox="1"/>
            <p:nvPr/>
          </p:nvSpPr>
          <p:spPr>
            <a:xfrm rot="16200000">
              <a:off x="24233222" y="14818483"/>
              <a:ext cx="4510860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200" dirty="0"/>
                <a:t>Variable importance</a:t>
              </a:r>
            </a:p>
          </p:txBody>
        </p:sp>
        <p:cxnSp>
          <p:nvCxnSpPr>
            <p:cNvPr id="128" name="Straight Connector 127">
              <a:extLst>
                <a:ext uri="{FF2B5EF4-FFF2-40B4-BE49-F238E27FC236}">
                  <a16:creationId xmlns:a16="http://schemas.microsoft.com/office/drawing/2014/main" id="{056D2A61-49C7-0CB8-90D1-AB9EFE005112}"/>
                </a:ext>
              </a:extLst>
            </p:cNvPr>
            <p:cNvCxnSpPr>
              <a:cxnSpLocks/>
            </p:cNvCxnSpPr>
            <p:nvPr/>
          </p:nvCxnSpPr>
          <p:spPr>
            <a:xfrm>
              <a:off x="27552766" y="12436570"/>
              <a:ext cx="0" cy="5348603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9" name="Straight Connector 128">
              <a:extLst>
                <a:ext uri="{FF2B5EF4-FFF2-40B4-BE49-F238E27FC236}">
                  <a16:creationId xmlns:a16="http://schemas.microsoft.com/office/drawing/2014/main" id="{B2DB2A54-8D0A-5E85-FF08-92067FFC4EE9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7538126" y="17766462"/>
              <a:ext cx="178857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0" name="Straight Connector 129">
              <a:extLst>
                <a:ext uri="{FF2B5EF4-FFF2-40B4-BE49-F238E27FC236}">
                  <a16:creationId xmlns:a16="http://schemas.microsoft.com/office/drawing/2014/main" id="{6BC2F607-59A1-A2FF-2F10-20F5671F2E9C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7538124" y="12455115"/>
              <a:ext cx="178857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1" name="Straight Connector 130">
              <a:extLst>
                <a:ext uri="{FF2B5EF4-FFF2-40B4-BE49-F238E27FC236}">
                  <a16:creationId xmlns:a16="http://schemas.microsoft.com/office/drawing/2014/main" id="{D72FAD55-F0F6-6124-8552-9332E99BF7BD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7538122" y="15110869"/>
              <a:ext cx="178857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32" name="TextBox 131">
            <a:extLst>
              <a:ext uri="{FF2B5EF4-FFF2-40B4-BE49-F238E27FC236}">
                <a16:creationId xmlns:a16="http://schemas.microsoft.com/office/drawing/2014/main" id="{C4EE4003-A8E8-0FDC-1FDB-C4CE696377D1}"/>
              </a:ext>
            </a:extLst>
          </p:cNvPr>
          <p:cNvSpPr txBox="1"/>
          <p:nvPr/>
        </p:nvSpPr>
        <p:spPr>
          <a:xfrm>
            <a:off x="25915153" y="9196867"/>
            <a:ext cx="3596182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dirty="0"/>
              <a:t>Response</a:t>
            </a:r>
          </a:p>
          <a:p>
            <a:r>
              <a:rPr lang="en-US" sz="3200" dirty="0"/>
              <a:t>metric</a:t>
            </a:r>
          </a:p>
        </p:txBody>
      </p:sp>
      <p:sp>
        <p:nvSpPr>
          <p:cNvPr id="133" name="TextBox 132">
            <a:extLst>
              <a:ext uri="{FF2B5EF4-FFF2-40B4-BE49-F238E27FC236}">
                <a16:creationId xmlns:a16="http://schemas.microsoft.com/office/drawing/2014/main" id="{60D1E9A0-C5D8-4F09-FC55-2EBBD7DA0873}"/>
              </a:ext>
            </a:extLst>
          </p:cNvPr>
          <p:cNvSpPr txBox="1"/>
          <p:nvPr/>
        </p:nvSpPr>
        <p:spPr>
          <a:xfrm>
            <a:off x="19192689" y="12873728"/>
            <a:ext cx="545402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200" dirty="0"/>
              <a:t>-1</a:t>
            </a:r>
          </a:p>
        </p:txBody>
      </p:sp>
      <p:sp>
        <p:nvSpPr>
          <p:cNvPr id="134" name="TextBox 133">
            <a:extLst>
              <a:ext uri="{FF2B5EF4-FFF2-40B4-BE49-F238E27FC236}">
                <a16:creationId xmlns:a16="http://schemas.microsoft.com/office/drawing/2014/main" id="{5C920CF1-60A0-92D1-6E31-BD651AD91923}"/>
              </a:ext>
            </a:extLst>
          </p:cNvPr>
          <p:cNvSpPr txBox="1"/>
          <p:nvPr/>
        </p:nvSpPr>
        <p:spPr>
          <a:xfrm>
            <a:off x="19710214" y="12873728"/>
            <a:ext cx="545402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200" dirty="0"/>
              <a:t>0</a:t>
            </a:r>
          </a:p>
        </p:txBody>
      </p:sp>
      <p:sp>
        <p:nvSpPr>
          <p:cNvPr id="135" name="TextBox 134">
            <a:extLst>
              <a:ext uri="{FF2B5EF4-FFF2-40B4-BE49-F238E27FC236}">
                <a16:creationId xmlns:a16="http://schemas.microsoft.com/office/drawing/2014/main" id="{12523B9F-5B67-DA9D-1EF2-FBEE5FD82282}"/>
              </a:ext>
            </a:extLst>
          </p:cNvPr>
          <p:cNvSpPr txBox="1"/>
          <p:nvPr/>
        </p:nvSpPr>
        <p:spPr>
          <a:xfrm>
            <a:off x="20230733" y="12873728"/>
            <a:ext cx="545402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200" dirty="0"/>
              <a:t>1</a:t>
            </a:r>
          </a:p>
        </p:txBody>
      </p:sp>
      <p:sp>
        <p:nvSpPr>
          <p:cNvPr id="136" name="TextBox 135">
            <a:extLst>
              <a:ext uri="{FF2B5EF4-FFF2-40B4-BE49-F238E27FC236}">
                <a16:creationId xmlns:a16="http://schemas.microsoft.com/office/drawing/2014/main" id="{AEEC13D6-783E-236A-F9E8-70997A74EC93}"/>
              </a:ext>
            </a:extLst>
          </p:cNvPr>
          <p:cNvSpPr txBox="1"/>
          <p:nvPr/>
        </p:nvSpPr>
        <p:spPr>
          <a:xfrm>
            <a:off x="20751433" y="12873728"/>
            <a:ext cx="545402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200" dirty="0"/>
              <a:t>2</a:t>
            </a:r>
          </a:p>
        </p:txBody>
      </p:sp>
      <p:sp>
        <p:nvSpPr>
          <p:cNvPr id="137" name="TextBox 136">
            <a:extLst>
              <a:ext uri="{FF2B5EF4-FFF2-40B4-BE49-F238E27FC236}">
                <a16:creationId xmlns:a16="http://schemas.microsoft.com/office/drawing/2014/main" id="{9BB986EF-0883-849C-B92B-498FCE6FA2B1}"/>
              </a:ext>
            </a:extLst>
          </p:cNvPr>
          <p:cNvSpPr txBox="1"/>
          <p:nvPr/>
        </p:nvSpPr>
        <p:spPr>
          <a:xfrm>
            <a:off x="21268777" y="12873728"/>
            <a:ext cx="545402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200" dirty="0"/>
              <a:t>3</a:t>
            </a:r>
          </a:p>
        </p:txBody>
      </p:sp>
      <p:sp>
        <p:nvSpPr>
          <p:cNvPr id="138" name="TextBox 137">
            <a:extLst>
              <a:ext uri="{FF2B5EF4-FFF2-40B4-BE49-F238E27FC236}">
                <a16:creationId xmlns:a16="http://schemas.microsoft.com/office/drawing/2014/main" id="{A88B4DB5-778D-BDDE-9C40-1F799D5FAA6D}"/>
              </a:ext>
            </a:extLst>
          </p:cNvPr>
          <p:cNvSpPr txBox="1"/>
          <p:nvPr/>
        </p:nvSpPr>
        <p:spPr>
          <a:xfrm>
            <a:off x="21789477" y="12873728"/>
            <a:ext cx="545402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200" dirty="0"/>
              <a:t>4</a:t>
            </a:r>
          </a:p>
        </p:txBody>
      </p:sp>
      <p:sp>
        <p:nvSpPr>
          <p:cNvPr id="139" name="TextBox 138">
            <a:extLst>
              <a:ext uri="{FF2B5EF4-FFF2-40B4-BE49-F238E27FC236}">
                <a16:creationId xmlns:a16="http://schemas.microsoft.com/office/drawing/2014/main" id="{5BE086E4-A0BD-4A0D-226B-955572E42368}"/>
              </a:ext>
            </a:extLst>
          </p:cNvPr>
          <p:cNvSpPr txBox="1"/>
          <p:nvPr/>
        </p:nvSpPr>
        <p:spPr>
          <a:xfrm>
            <a:off x="22465274" y="12873728"/>
            <a:ext cx="545402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200" dirty="0"/>
              <a:t>-1</a:t>
            </a:r>
          </a:p>
        </p:txBody>
      </p:sp>
      <p:sp>
        <p:nvSpPr>
          <p:cNvPr id="140" name="TextBox 139">
            <a:extLst>
              <a:ext uri="{FF2B5EF4-FFF2-40B4-BE49-F238E27FC236}">
                <a16:creationId xmlns:a16="http://schemas.microsoft.com/office/drawing/2014/main" id="{12A13680-888B-D3F0-4C78-BFE9FE19A1BD}"/>
              </a:ext>
            </a:extLst>
          </p:cNvPr>
          <p:cNvSpPr txBox="1"/>
          <p:nvPr/>
        </p:nvSpPr>
        <p:spPr>
          <a:xfrm>
            <a:off x="22975656" y="12873728"/>
            <a:ext cx="545402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200" dirty="0"/>
              <a:t>0</a:t>
            </a:r>
          </a:p>
        </p:txBody>
      </p:sp>
      <p:sp>
        <p:nvSpPr>
          <p:cNvPr id="141" name="TextBox 140">
            <a:extLst>
              <a:ext uri="{FF2B5EF4-FFF2-40B4-BE49-F238E27FC236}">
                <a16:creationId xmlns:a16="http://schemas.microsoft.com/office/drawing/2014/main" id="{69C42779-A672-6E1C-0B38-1966D0A7864D}"/>
              </a:ext>
            </a:extLst>
          </p:cNvPr>
          <p:cNvSpPr txBox="1"/>
          <p:nvPr/>
        </p:nvSpPr>
        <p:spPr>
          <a:xfrm>
            <a:off x="23489032" y="12873728"/>
            <a:ext cx="545402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200" dirty="0"/>
              <a:t>1</a:t>
            </a:r>
          </a:p>
        </p:txBody>
      </p:sp>
      <p:sp>
        <p:nvSpPr>
          <p:cNvPr id="142" name="TextBox 141">
            <a:extLst>
              <a:ext uri="{FF2B5EF4-FFF2-40B4-BE49-F238E27FC236}">
                <a16:creationId xmlns:a16="http://schemas.microsoft.com/office/drawing/2014/main" id="{9FE7BA4E-9E4B-BAEB-CB57-BDA3FF9156EB}"/>
              </a:ext>
            </a:extLst>
          </p:cNvPr>
          <p:cNvSpPr txBox="1"/>
          <p:nvPr/>
        </p:nvSpPr>
        <p:spPr>
          <a:xfrm>
            <a:off x="24000208" y="12873728"/>
            <a:ext cx="545402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200" dirty="0"/>
              <a:t>2</a:t>
            </a:r>
          </a:p>
        </p:txBody>
      </p:sp>
      <p:sp>
        <p:nvSpPr>
          <p:cNvPr id="143" name="TextBox 142">
            <a:extLst>
              <a:ext uri="{FF2B5EF4-FFF2-40B4-BE49-F238E27FC236}">
                <a16:creationId xmlns:a16="http://schemas.microsoft.com/office/drawing/2014/main" id="{60A5A40A-3B21-1F6E-937D-CA80085F3B66}"/>
              </a:ext>
            </a:extLst>
          </p:cNvPr>
          <p:cNvSpPr txBox="1"/>
          <p:nvPr/>
        </p:nvSpPr>
        <p:spPr>
          <a:xfrm>
            <a:off x="24512790" y="12873728"/>
            <a:ext cx="545402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200" dirty="0"/>
              <a:t>3</a:t>
            </a:r>
          </a:p>
        </p:txBody>
      </p:sp>
      <p:sp>
        <p:nvSpPr>
          <p:cNvPr id="144" name="TextBox 143">
            <a:extLst>
              <a:ext uri="{FF2B5EF4-FFF2-40B4-BE49-F238E27FC236}">
                <a16:creationId xmlns:a16="http://schemas.microsoft.com/office/drawing/2014/main" id="{F8DD27A5-785F-A2D9-1516-36E058D94CE0}"/>
              </a:ext>
            </a:extLst>
          </p:cNvPr>
          <p:cNvSpPr txBox="1"/>
          <p:nvPr/>
        </p:nvSpPr>
        <p:spPr>
          <a:xfrm>
            <a:off x="25026342" y="12873728"/>
            <a:ext cx="545402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200" dirty="0"/>
              <a:t>4</a:t>
            </a:r>
          </a:p>
        </p:txBody>
      </p:sp>
      <p:sp>
        <p:nvSpPr>
          <p:cNvPr id="145" name="TextBox 144">
            <a:extLst>
              <a:ext uri="{FF2B5EF4-FFF2-40B4-BE49-F238E27FC236}">
                <a16:creationId xmlns:a16="http://schemas.microsoft.com/office/drawing/2014/main" id="{203A0E21-B553-337B-9AC2-29EB46A50158}"/>
              </a:ext>
            </a:extLst>
          </p:cNvPr>
          <p:cNvSpPr txBox="1"/>
          <p:nvPr/>
        </p:nvSpPr>
        <p:spPr>
          <a:xfrm>
            <a:off x="19143825" y="17899750"/>
            <a:ext cx="545402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200" dirty="0"/>
              <a:t>-8</a:t>
            </a:r>
          </a:p>
        </p:txBody>
      </p:sp>
      <p:sp>
        <p:nvSpPr>
          <p:cNvPr id="146" name="TextBox 145">
            <a:extLst>
              <a:ext uri="{FF2B5EF4-FFF2-40B4-BE49-F238E27FC236}">
                <a16:creationId xmlns:a16="http://schemas.microsoft.com/office/drawing/2014/main" id="{0E615CEC-F571-F444-B8DD-6C225527D40E}"/>
              </a:ext>
            </a:extLst>
          </p:cNvPr>
          <p:cNvSpPr txBox="1"/>
          <p:nvPr/>
        </p:nvSpPr>
        <p:spPr>
          <a:xfrm>
            <a:off x="19634364" y="17899750"/>
            <a:ext cx="545402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200" dirty="0"/>
              <a:t>-6</a:t>
            </a:r>
          </a:p>
        </p:txBody>
      </p:sp>
      <p:sp>
        <p:nvSpPr>
          <p:cNvPr id="147" name="TextBox 146">
            <a:extLst>
              <a:ext uri="{FF2B5EF4-FFF2-40B4-BE49-F238E27FC236}">
                <a16:creationId xmlns:a16="http://schemas.microsoft.com/office/drawing/2014/main" id="{84295A36-DC7E-47A8-CC99-EA74F283412A}"/>
              </a:ext>
            </a:extLst>
          </p:cNvPr>
          <p:cNvSpPr txBox="1"/>
          <p:nvPr/>
        </p:nvSpPr>
        <p:spPr>
          <a:xfrm>
            <a:off x="20127282" y="17899749"/>
            <a:ext cx="545402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200" dirty="0"/>
              <a:t>-4</a:t>
            </a:r>
          </a:p>
        </p:txBody>
      </p:sp>
      <p:sp>
        <p:nvSpPr>
          <p:cNvPr id="148" name="TextBox 147">
            <a:extLst>
              <a:ext uri="{FF2B5EF4-FFF2-40B4-BE49-F238E27FC236}">
                <a16:creationId xmlns:a16="http://schemas.microsoft.com/office/drawing/2014/main" id="{BC7F3196-BF3A-D979-3062-0D1ADD306A88}"/>
              </a:ext>
            </a:extLst>
          </p:cNvPr>
          <p:cNvSpPr txBox="1"/>
          <p:nvPr/>
        </p:nvSpPr>
        <p:spPr>
          <a:xfrm>
            <a:off x="20615440" y="17899748"/>
            <a:ext cx="545402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200" dirty="0"/>
              <a:t>-2</a:t>
            </a:r>
          </a:p>
        </p:txBody>
      </p:sp>
      <p:sp>
        <p:nvSpPr>
          <p:cNvPr id="149" name="TextBox 148">
            <a:extLst>
              <a:ext uri="{FF2B5EF4-FFF2-40B4-BE49-F238E27FC236}">
                <a16:creationId xmlns:a16="http://schemas.microsoft.com/office/drawing/2014/main" id="{D27985B3-99E1-B64B-87CC-D7AB177D2687}"/>
              </a:ext>
            </a:extLst>
          </p:cNvPr>
          <p:cNvSpPr txBox="1"/>
          <p:nvPr/>
        </p:nvSpPr>
        <p:spPr>
          <a:xfrm>
            <a:off x="21105160" y="17899747"/>
            <a:ext cx="545402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200" dirty="0"/>
              <a:t>0</a:t>
            </a:r>
          </a:p>
        </p:txBody>
      </p:sp>
      <p:sp>
        <p:nvSpPr>
          <p:cNvPr id="150" name="TextBox 149">
            <a:extLst>
              <a:ext uri="{FF2B5EF4-FFF2-40B4-BE49-F238E27FC236}">
                <a16:creationId xmlns:a16="http://schemas.microsoft.com/office/drawing/2014/main" id="{D078ABF6-4026-C414-9BB7-A7312F38671E}"/>
              </a:ext>
            </a:extLst>
          </p:cNvPr>
          <p:cNvSpPr txBox="1"/>
          <p:nvPr/>
        </p:nvSpPr>
        <p:spPr>
          <a:xfrm>
            <a:off x="21594977" y="17899746"/>
            <a:ext cx="545402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200" dirty="0"/>
              <a:t>2</a:t>
            </a:r>
          </a:p>
        </p:txBody>
      </p:sp>
      <p:sp>
        <p:nvSpPr>
          <p:cNvPr id="151" name="TextBox 150">
            <a:extLst>
              <a:ext uri="{FF2B5EF4-FFF2-40B4-BE49-F238E27FC236}">
                <a16:creationId xmlns:a16="http://schemas.microsoft.com/office/drawing/2014/main" id="{B994D4AC-7815-9318-9A7D-B65E009E7285}"/>
              </a:ext>
            </a:extLst>
          </p:cNvPr>
          <p:cNvSpPr txBox="1"/>
          <p:nvPr/>
        </p:nvSpPr>
        <p:spPr>
          <a:xfrm>
            <a:off x="22416979" y="17899746"/>
            <a:ext cx="545402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200" dirty="0"/>
              <a:t>-8</a:t>
            </a:r>
          </a:p>
        </p:txBody>
      </p:sp>
      <p:sp>
        <p:nvSpPr>
          <p:cNvPr id="152" name="TextBox 151">
            <a:extLst>
              <a:ext uri="{FF2B5EF4-FFF2-40B4-BE49-F238E27FC236}">
                <a16:creationId xmlns:a16="http://schemas.microsoft.com/office/drawing/2014/main" id="{8D53E06A-609F-BC63-C618-46B5D76B38FB}"/>
              </a:ext>
            </a:extLst>
          </p:cNvPr>
          <p:cNvSpPr txBox="1"/>
          <p:nvPr/>
        </p:nvSpPr>
        <p:spPr>
          <a:xfrm>
            <a:off x="22900375" y="17899746"/>
            <a:ext cx="545402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200" dirty="0"/>
              <a:t>-6</a:t>
            </a:r>
          </a:p>
        </p:txBody>
      </p:sp>
      <p:sp>
        <p:nvSpPr>
          <p:cNvPr id="153" name="TextBox 152">
            <a:extLst>
              <a:ext uri="{FF2B5EF4-FFF2-40B4-BE49-F238E27FC236}">
                <a16:creationId xmlns:a16="http://schemas.microsoft.com/office/drawing/2014/main" id="{943E971D-3B8B-395E-0AFC-43DDFBA15B55}"/>
              </a:ext>
            </a:extLst>
          </p:cNvPr>
          <p:cNvSpPr txBox="1"/>
          <p:nvPr/>
        </p:nvSpPr>
        <p:spPr>
          <a:xfrm>
            <a:off x="23381385" y="17899745"/>
            <a:ext cx="545402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200" dirty="0"/>
              <a:t>-4</a:t>
            </a:r>
          </a:p>
        </p:txBody>
      </p:sp>
      <p:sp>
        <p:nvSpPr>
          <p:cNvPr id="154" name="TextBox 153">
            <a:extLst>
              <a:ext uri="{FF2B5EF4-FFF2-40B4-BE49-F238E27FC236}">
                <a16:creationId xmlns:a16="http://schemas.microsoft.com/office/drawing/2014/main" id="{5FC63E18-10E4-C4F8-8F42-104B5F54DA98}"/>
              </a:ext>
            </a:extLst>
          </p:cNvPr>
          <p:cNvSpPr txBox="1"/>
          <p:nvPr/>
        </p:nvSpPr>
        <p:spPr>
          <a:xfrm>
            <a:off x="23862402" y="17899744"/>
            <a:ext cx="545402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200" dirty="0"/>
              <a:t>-2</a:t>
            </a:r>
          </a:p>
        </p:txBody>
      </p:sp>
      <p:sp>
        <p:nvSpPr>
          <p:cNvPr id="155" name="TextBox 154">
            <a:extLst>
              <a:ext uri="{FF2B5EF4-FFF2-40B4-BE49-F238E27FC236}">
                <a16:creationId xmlns:a16="http://schemas.microsoft.com/office/drawing/2014/main" id="{C4F13E0C-E7CB-CCD3-9257-AC516AC39B95}"/>
              </a:ext>
            </a:extLst>
          </p:cNvPr>
          <p:cNvSpPr txBox="1"/>
          <p:nvPr/>
        </p:nvSpPr>
        <p:spPr>
          <a:xfrm>
            <a:off x="24344977" y="17899743"/>
            <a:ext cx="545402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200" dirty="0"/>
              <a:t>0</a:t>
            </a:r>
          </a:p>
        </p:txBody>
      </p:sp>
      <p:sp>
        <p:nvSpPr>
          <p:cNvPr id="156" name="TextBox 155">
            <a:extLst>
              <a:ext uri="{FF2B5EF4-FFF2-40B4-BE49-F238E27FC236}">
                <a16:creationId xmlns:a16="http://schemas.microsoft.com/office/drawing/2014/main" id="{DA8D0E22-F70B-6F0D-8E25-D64809EE65D8}"/>
              </a:ext>
            </a:extLst>
          </p:cNvPr>
          <p:cNvSpPr txBox="1"/>
          <p:nvPr/>
        </p:nvSpPr>
        <p:spPr>
          <a:xfrm>
            <a:off x="24830031" y="17899742"/>
            <a:ext cx="545402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200" dirty="0"/>
              <a:t>2</a:t>
            </a:r>
          </a:p>
        </p:txBody>
      </p:sp>
      <p:sp>
        <p:nvSpPr>
          <p:cNvPr id="157" name="TextBox 156">
            <a:extLst>
              <a:ext uri="{FF2B5EF4-FFF2-40B4-BE49-F238E27FC236}">
                <a16:creationId xmlns:a16="http://schemas.microsoft.com/office/drawing/2014/main" id="{0CE4C0A4-6839-FE5B-75F2-2A04390D35BB}"/>
              </a:ext>
            </a:extLst>
          </p:cNvPr>
          <p:cNvSpPr txBox="1"/>
          <p:nvPr/>
        </p:nvSpPr>
        <p:spPr>
          <a:xfrm>
            <a:off x="10555466" y="17900945"/>
            <a:ext cx="545402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200" dirty="0"/>
              <a:t>-1</a:t>
            </a:r>
          </a:p>
        </p:txBody>
      </p:sp>
      <p:sp>
        <p:nvSpPr>
          <p:cNvPr id="163" name="TextBox 162">
            <a:extLst>
              <a:ext uri="{FF2B5EF4-FFF2-40B4-BE49-F238E27FC236}">
                <a16:creationId xmlns:a16="http://schemas.microsoft.com/office/drawing/2014/main" id="{7BB03766-D22E-FC8B-DC29-C81D638009DB}"/>
              </a:ext>
            </a:extLst>
          </p:cNvPr>
          <p:cNvSpPr txBox="1"/>
          <p:nvPr/>
        </p:nvSpPr>
        <p:spPr>
          <a:xfrm>
            <a:off x="11318763" y="17899741"/>
            <a:ext cx="728805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200" dirty="0"/>
              <a:t>-0.5</a:t>
            </a:r>
          </a:p>
        </p:txBody>
      </p:sp>
      <p:sp>
        <p:nvSpPr>
          <p:cNvPr id="164" name="TextBox 163">
            <a:extLst>
              <a:ext uri="{FF2B5EF4-FFF2-40B4-BE49-F238E27FC236}">
                <a16:creationId xmlns:a16="http://schemas.microsoft.com/office/drawing/2014/main" id="{B18C857C-A226-1494-5C6E-BCE85FF346C9}"/>
              </a:ext>
            </a:extLst>
          </p:cNvPr>
          <p:cNvSpPr txBox="1"/>
          <p:nvPr/>
        </p:nvSpPr>
        <p:spPr>
          <a:xfrm>
            <a:off x="12174732" y="17899740"/>
            <a:ext cx="728805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200" dirty="0"/>
              <a:t>0</a:t>
            </a:r>
          </a:p>
        </p:txBody>
      </p:sp>
      <p:sp>
        <p:nvSpPr>
          <p:cNvPr id="165" name="TextBox 164">
            <a:extLst>
              <a:ext uri="{FF2B5EF4-FFF2-40B4-BE49-F238E27FC236}">
                <a16:creationId xmlns:a16="http://schemas.microsoft.com/office/drawing/2014/main" id="{242B523C-19E5-A72A-5898-A713AA1FAF9E}"/>
              </a:ext>
            </a:extLst>
          </p:cNvPr>
          <p:cNvSpPr txBox="1"/>
          <p:nvPr/>
        </p:nvSpPr>
        <p:spPr>
          <a:xfrm>
            <a:off x="13027992" y="17897358"/>
            <a:ext cx="728805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200" dirty="0"/>
              <a:t>0.5</a:t>
            </a:r>
          </a:p>
        </p:txBody>
      </p:sp>
      <p:sp>
        <p:nvSpPr>
          <p:cNvPr id="166" name="TextBox 165">
            <a:extLst>
              <a:ext uri="{FF2B5EF4-FFF2-40B4-BE49-F238E27FC236}">
                <a16:creationId xmlns:a16="http://schemas.microsoft.com/office/drawing/2014/main" id="{80D1D589-6028-6CF2-0437-B4EA36450059}"/>
              </a:ext>
            </a:extLst>
          </p:cNvPr>
          <p:cNvSpPr txBox="1"/>
          <p:nvPr/>
        </p:nvSpPr>
        <p:spPr>
          <a:xfrm>
            <a:off x="13825721" y="17899038"/>
            <a:ext cx="545402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200" dirty="0"/>
              <a:t>-1</a:t>
            </a:r>
          </a:p>
        </p:txBody>
      </p:sp>
      <p:sp>
        <p:nvSpPr>
          <p:cNvPr id="167" name="TextBox 166">
            <a:extLst>
              <a:ext uri="{FF2B5EF4-FFF2-40B4-BE49-F238E27FC236}">
                <a16:creationId xmlns:a16="http://schemas.microsoft.com/office/drawing/2014/main" id="{792900D2-B8AC-C4C2-5AC7-38B58F34F43E}"/>
              </a:ext>
            </a:extLst>
          </p:cNvPr>
          <p:cNvSpPr txBox="1"/>
          <p:nvPr/>
        </p:nvSpPr>
        <p:spPr>
          <a:xfrm>
            <a:off x="14577112" y="17897834"/>
            <a:ext cx="728805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200" dirty="0"/>
              <a:t>-0.5</a:t>
            </a:r>
          </a:p>
        </p:txBody>
      </p:sp>
      <p:sp>
        <p:nvSpPr>
          <p:cNvPr id="168" name="TextBox 167">
            <a:extLst>
              <a:ext uri="{FF2B5EF4-FFF2-40B4-BE49-F238E27FC236}">
                <a16:creationId xmlns:a16="http://schemas.microsoft.com/office/drawing/2014/main" id="{722FC5D2-F250-A8BC-CE1C-977F33DEC217}"/>
              </a:ext>
            </a:extLst>
          </p:cNvPr>
          <p:cNvSpPr txBox="1"/>
          <p:nvPr/>
        </p:nvSpPr>
        <p:spPr>
          <a:xfrm>
            <a:off x="15416410" y="17897833"/>
            <a:ext cx="728805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200" dirty="0"/>
              <a:t>0</a:t>
            </a:r>
          </a:p>
        </p:txBody>
      </p:sp>
      <p:sp>
        <p:nvSpPr>
          <p:cNvPr id="169" name="TextBox 168">
            <a:extLst>
              <a:ext uri="{FF2B5EF4-FFF2-40B4-BE49-F238E27FC236}">
                <a16:creationId xmlns:a16="http://schemas.microsoft.com/office/drawing/2014/main" id="{585C5488-6BFB-B2AD-B60A-B2D707250B9B}"/>
              </a:ext>
            </a:extLst>
          </p:cNvPr>
          <p:cNvSpPr txBox="1"/>
          <p:nvPr/>
        </p:nvSpPr>
        <p:spPr>
          <a:xfrm>
            <a:off x="16257764" y="17895451"/>
            <a:ext cx="728805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200" dirty="0"/>
              <a:t>0.5</a:t>
            </a:r>
          </a:p>
        </p:txBody>
      </p:sp>
      <p:sp>
        <p:nvSpPr>
          <p:cNvPr id="170" name="TextBox 169">
            <a:extLst>
              <a:ext uri="{FF2B5EF4-FFF2-40B4-BE49-F238E27FC236}">
                <a16:creationId xmlns:a16="http://schemas.microsoft.com/office/drawing/2014/main" id="{671291B5-B34A-FF19-2C86-C72DE90CD805}"/>
              </a:ext>
            </a:extLst>
          </p:cNvPr>
          <p:cNvSpPr txBox="1"/>
          <p:nvPr/>
        </p:nvSpPr>
        <p:spPr>
          <a:xfrm>
            <a:off x="10534907" y="12868966"/>
            <a:ext cx="545402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200" dirty="0"/>
              <a:t>-3</a:t>
            </a:r>
          </a:p>
        </p:txBody>
      </p:sp>
      <p:sp>
        <p:nvSpPr>
          <p:cNvPr id="171" name="TextBox 170">
            <a:extLst>
              <a:ext uri="{FF2B5EF4-FFF2-40B4-BE49-F238E27FC236}">
                <a16:creationId xmlns:a16="http://schemas.microsoft.com/office/drawing/2014/main" id="{210FFA48-3B37-237D-CECA-DE748F0013FF}"/>
              </a:ext>
            </a:extLst>
          </p:cNvPr>
          <p:cNvSpPr txBox="1"/>
          <p:nvPr/>
        </p:nvSpPr>
        <p:spPr>
          <a:xfrm>
            <a:off x="10930194" y="12868966"/>
            <a:ext cx="545402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200" dirty="0"/>
              <a:t>-2</a:t>
            </a:r>
          </a:p>
        </p:txBody>
      </p:sp>
      <p:sp>
        <p:nvSpPr>
          <p:cNvPr id="172" name="TextBox 171">
            <a:extLst>
              <a:ext uri="{FF2B5EF4-FFF2-40B4-BE49-F238E27FC236}">
                <a16:creationId xmlns:a16="http://schemas.microsoft.com/office/drawing/2014/main" id="{5EE07892-CD5A-B309-7318-DC6393997328}"/>
              </a:ext>
            </a:extLst>
          </p:cNvPr>
          <p:cNvSpPr txBox="1"/>
          <p:nvPr/>
        </p:nvSpPr>
        <p:spPr>
          <a:xfrm>
            <a:off x="11326637" y="12867981"/>
            <a:ext cx="545402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200" dirty="0"/>
              <a:t>-1</a:t>
            </a:r>
          </a:p>
        </p:txBody>
      </p:sp>
      <p:sp>
        <p:nvSpPr>
          <p:cNvPr id="173" name="TextBox 172">
            <a:extLst>
              <a:ext uri="{FF2B5EF4-FFF2-40B4-BE49-F238E27FC236}">
                <a16:creationId xmlns:a16="http://schemas.microsoft.com/office/drawing/2014/main" id="{7886D208-57BF-FF17-320C-4D7FB836FC38}"/>
              </a:ext>
            </a:extLst>
          </p:cNvPr>
          <p:cNvSpPr txBox="1"/>
          <p:nvPr/>
        </p:nvSpPr>
        <p:spPr>
          <a:xfrm>
            <a:off x="11722986" y="12869377"/>
            <a:ext cx="545402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200" dirty="0"/>
              <a:t>0</a:t>
            </a:r>
          </a:p>
        </p:txBody>
      </p:sp>
      <p:sp>
        <p:nvSpPr>
          <p:cNvPr id="174" name="TextBox 173">
            <a:extLst>
              <a:ext uri="{FF2B5EF4-FFF2-40B4-BE49-F238E27FC236}">
                <a16:creationId xmlns:a16="http://schemas.microsoft.com/office/drawing/2014/main" id="{59B0E611-C4E0-2011-D003-CE98A3847FCA}"/>
              </a:ext>
            </a:extLst>
          </p:cNvPr>
          <p:cNvSpPr txBox="1"/>
          <p:nvPr/>
        </p:nvSpPr>
        <p:spPr>
          <a:xfrm>
            <a:off x="12120558" y="12867981"/>
            <a:ext cx="545402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200" dirty="0"/>
              <a:t>1</a:t>
            </a:r>
          </a:p>
        </p:txBody>
      </p:sp>
      <p:sp>
        <p:nvSpPr>
          <p:cNvPr id="175" name="TextBox 174">
            <a:extLst>
              <a:ext uri="{FF2B5EF4-FFF2-40B4-BE49-F238E27FC236}">
                <a16:creationId xmlns:a16="http://schemas.microsoft.com/office/drawing/2014/main" id="{069BCC2E-A5AE-96D7-D1B9-85B132364C37}"/>
              </a:ext>
            </a:extLst>
          </p:cNvPr>
          <p:cNvSpPr txBox="1"/>
          <p:nvPr/>
        </p:nvSpPr>
        <p:spPr>
          <a:xfrm>
            <a:off x="12515412" y="12868966"/>
            <a:ext cx="545402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200" dirty="0"/>
              <a:t>2</a:t>
            </a:r>
          </a:p>
        </p:txBody>
      </p:sp>
      <p:sp>
        <p:nvSpPr>
          <p:cNvPr id="176" name="TextBox 175">
            <a:extLst>
              <a:ext uri="{FF2B5EF4-FFF2-40B4-BE49-F238E27FC236}">
                <a16:creationId xmlns:a16="http://schemas.microsoft.com/office/drawing/2014/main" id="{53692F83-AC3D-59B2-277C-EBE24F826BA5}"/>
              </a:ext>
            </a:extLst>
          </p:cNvPr>
          <p:cNvSpPr txBox="1"/>
          <p:nvPr/>
        </p:nvSpPr>
        <p:spPr>
          <a:xfrm>
            <a:off x="12912984" y="12867408"/>
            <a:ext cx="545402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200" dirty="0"/>
              <a:t>3</a:t>
            </a:r>
          </a:p>
        </p:txBody>
      </p:sp>
      <p:sp>
        <p:nvSpPr>
          <p:cNvPr id="177" name="TextBox 176">
            <a:extLst>
              <a:ext uri="{FF2B5EF4-FFF2-40B4-BE49-F238E27FC236}">
                <a16:creationId xmlns:a16="http://schemas.microsoft.com/office/drawing/2014/main" id="{6C2C6834-7BD4-7EB3-10F0-93FB23104A44}"/>
              </a:ext>
            </a:extLst>
          </p:cNvPr>
          <p:cNvSpPr txBox="1"/>
          <p:nvPr/>
        </p:nvSpPr>
        <p:spPr>
          <a:xfrm>
            <a:off x="13805681" y="12866424"/>
            <a:ext cx="545402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200" dirty="0"/>
              <a:t>-3</a:t>
            </a:r>
          </a:p>
        </p:txBody>
      </p:sp>
      <p:sp>
        <p:nvSpPr>
          <p:cNvPr id="178" name="TextBox 177">
            <a:extLst>
              <a:ext uri="{FF2B5EF4-FFF2-40B4-BE49-F238E27FC236}">
                <a16:creationId xmlns:a16="http://schemas.microsoft.com/office/drawing/2014/main" id="{84990DB9-C8D2-CE2D-64B3-AE79B63894B7}"/>
              </a:ext>
            </a:extLst>
          </p:cNvPr>
          <p:cNvSpPr txBox="1"/>
          <p:nvPr/>
        </p:nvSpPr>
        <p:spPr>
          <a:xfrm>
            <a:off x="14193825" y="12866424"/>
            <a:ext cx="545402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200" dirty="0"/>
              <a:t>-2</a:t>
            </a:r>
          </a:p>
        </p:txBody>
      </p:sp>
      <p:sp>
        <p:nvSpPr>
          <p:cNvPr id="179" name="TextBox 178">
            <a:extLst>
              <a:ext uri="{FF2B5EF4-FFF2-40B4-BE49-F238E27FC236}">
                <a16:creationId xmlns:a16="http://schemas.microsoft.com/office/drawing/2014/main" id="{1A4B73AF-FADD-00CE-FA57-FF37B0081E84}"/>
              </a:ext>
            </a:extLst>
          </p:cNvPr>
          <p:cNvSpPr txBox="1"/>
          <p:nvPr/>
        </p:nvSpPr>
        <p:spPr>
          <a:xfrm>
            <a:off x="14583124" y="12865439"/>
            <a:ext cx="545402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200" dirty="0"/>
              <a:t>-1</a:t>
            </a:r>
          </a:p>
        </p:txBody>
      </p:sp>
      <p:sp>
        <p:nvSpPr>
          <p:cNvPr id="180" name="TextBox 179">
            <a:extLst>
              <a:ext uri="{FF2B5EF4-FFF2-40B4-BE49-F238E27FC236}">
                <a16:creationId xmlns:a16="http://schemas.microsoft.com/office/drawing/2014/main" id="{99ADD6DC-88DE-0928-781B-FBEA4AD07B92}"/>
              </a:ext>
            </a:extLst>
          </p:cNvPr>
          <p:cNvSpPr txBox="1"/>
          <p:nvPr/>
        </p:nvSpPr>
        <p:spPr>
          <a:xfrm>
            <a:off x="14972329" y="12866835"/>
            <a:ext cx="545402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200" dirty="0"/>
              <a:t>0</a:t>
            </a:r>
          </a:p>
        </p:txBody>
      </p:sp>
      <p:sp>
        <p:nvSpPr>
          <p:cNvPr id="181" name="TextBox 180">
            <a:extLst>
              <a:ext uri="{FF2B5EF4-FFF2-40B4-BE49-F238E27FC236}">
                <a16:creationId xmlns:a16="http://schemas.microsoft.com/office/drawing/2014/main" id="{D4E4679B-F9A6-46B3-D925-FFD6580DFFAE}"/>
              </a:ext>
            </a:extLst>
          </p:cNvPr>
          <p:cNvSpPr txBox="1"/>
          <p:nvPr/>
        </p:nvSpPr>
        <p:spPr>
          <a:xfrm>
            <a:off x="15362756" y="12865439"/>
            <a:ext cx="545402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200" dirty="0"/>
              <a:t>1</a:t>
            </a:r>
          </a:p>
        </p:txBody>
      </p:sp>
      <p:sp>
        <p:nvSpPr>
          <p:cNvPr id="182" name="TextBox 181">
            <a:extLst>
              <a:ext uri="{FF2B5EF4-FFF2-40B4-BE49-F238E27FC236}">
                <a16:creationId xmlns:a16="http://schemas.microsoft.com/office/drawing/2014/main" id="{9055745F-B6CD-C39F-0AFB-8BE4F7FDD2BD}"/>
              </a:ext>
            </a:extLst>
          </p:cNvPr>
          <p:cNvSpPr txBox="1"/>
          <p:nvPr/>
        </p:nvSpPr>
        <p:spPr>
          <a:xfrm>
            <a:off x="15757610" y="12866424"/>
            <a:ext cx="545402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200" dirty="0"/>
              <a:t>2</a:t>
            </a:r>
          </a:p>
        </p:txBody>
      </p:sp>
      <p:sp>
        <p:nvSpPr>
          <p:cNvPr id="183" name="TextBox 182">
            <a:extLst>
              <a:ext uri="{FF2B5EF4-FFF2-40B4-BE49-F238E27FC236}">
                <a16:creationId xmlns:a16="http://schemas.microsoft.com/office/drawing/2014/main" id="{98CAE64E-41B7-444C-22D8-DA955C1EC38C}"/>
              </a:ext>
            </a:extLst>
          </p:cNvPr>
          <p:cNvSpPr txBox="1"/>
          <p:nvPr/>
        </p:nvSpPr>
        <p:spPr>
          <a:xfrm>
            <a:off x="16148039" y="12864866"/>
            <a:ext cx="545402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200" dirty="0"/>
              <a:t>3</a:t>
            </a:r>
          </a:p>
        </p:txBody>
      </p:sp>
      <p:sp>
        <p:nvSpPr>
          <p:cNvPr id="184" name="TextBox 183">
            <a:extLst>
              <a:ext uri="{FF2B5EF4-FFF2-40B4-BE49-F238E27FC236}">
                <a16:creationId xmlns:a16="http://schemas.microsoft.com/office/drawing/2014/main" id="{67A64FB2-52AB-85C8-DBB2-58C3AED7F343}"/>
              </a:ext>
            </a:extLst>
          </p:cNvPr>
          <p:cNvSpPr txBox="1"/>
          <p:nvPr/>
        </p:nvSpPr>
        <p:spPr>
          <a:xfrm>
            <a:off x="10485616" y="8758704"/>
            <a:ext cx="294238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/>
              <a:t>Main model set</a:t>
            </a:r>
          </a:p>
        </p:txBody>
      </p:sp>
      <p:sp>
        <p:nvSpPr>
          <p:cNvPr id="185" name="TextBox 184">
            <a:extLst>
              <a:ext uri="{FF2B5EF4-FFF2-40B4-BE49-F238E27FC236}">
                <a16:creationId xmlns:a16="http://schemas.microsoft.com/office/drawing/2014/main" id="{0677EE2E-09BD-A85A-8A47-6EEFA6CAB494}"/>
              </a:ext>
            </a:extLst>
          </p:cNvPr>
          <p:cNvSpPr txBox="1"/>
          <p:nvPr/>
        </p:nvSpPr>
        <p:spPr>
          <a:xfrm>
            <a:off x="13771052" y="8761184"/>
            <a:ext cx="2869123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/>
              <a:t>All repeats</a:t>
            </a:r>
          </a:p>
        </p:txBody>
      </p:sp>
      <p:sp>
        <p:nvSpPr>
          <p:cNvPr id="186" name="TextBox 185">
            <a:extLst>
              <a:ext uri="{FF2B5EF4-FFF2-40B4-BE49-F238E27FC236}">
                <a16:creationId xmlns:a16="http://schemas.microsoft.com/office/drawing/2014/main" id="{E4113106-342D-310C-DCA8-FC6CE61C75EE}"/>
              </a:ext>
            </a:extLst>
          </p:cNvPr>
          <p:cNvSpPr txBox="1"/>
          <p:nvPr/>
        </p:nvSpPr>
        <p:spPr>
          <a:xfrm>
            <a:off x="10488791" y="13791079"/>
            <a:ext cx="294238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/>
              <a:t>Main model set</a:t>
            </a:r>
          </a:p>
        </p:txBody>
      </p:sp>
      <p:sp>
        <p:nvSpPr>
          <p:cNvPr id="187" name="TextBox 186">
            <a:extLst>
              <a:ext uri="{FF2B5EF4-FFF2-40B4-BE49-F238E27FC236}">
                <a16:creationId xmlns:a16="http://schemas.microsoft.com/office/drawing/2014/main" id="{B5D71632-1ADA-8DD4-AF59-890121E4E9DC}"/>
              </a:ext>
            </a:extLst>
          </p:cNvPr>
          <p:cNvSpPr txBox="1"/>
          <p:nvPr/>
        </p:nvSpPr>
        <p:spPr>
          <a:xfrm>
            <a:off x="13774227" y="13793559"/>
            <a:ext cx="2869123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/>
              <a:t>All repeats</a:t>
            </a:r>
          </a:p>
        </p:txBody>
      </p:sp>
      <p:sp>
        <p:nvSpPr>
          <p:cNvPr id="188" name="TextBox 187">
            <a:extLst>
              <a:ext uri="{FF2B5EF4-FFF2-40B4-BE49-F238E27FC236}">
                <a16:creationId xmlns:a16="http://schemas.microsoft.com/office/drawing/2014/main" id="{AC631CD0-6E3D-6D4B-4A16-59E3C6996265}"/>
              </a:ext>
            </a:extLst>
          </p:cNvPr>
          <p:cNvSpPr txBox="1"/>
          <p:nvPr/>
        </p:nvSpPr>
        <p:spPr>
          <a:xfrm>
            <a:off x="19362574" y="8762180"/>
            <a:ext cx="294238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/>
              <a:t>Main model set</a:t>
            </a:r>
          </a:p>
        </p:txBody>
      </p:sp>
      <p:sp>
        <p:nvSpPr>
          <p:cNvPr id="189" name="TextBox 188">
            <a:extLst>
              <a:ext uri="{FF2B5EF4-FFF2-40B4-BE49-F238E27FC236}">
                <a16:creationId xmlns:a16="http://schemas.microsoft.com/office/drawing/2014/main" id="{A7D3C8D3-4F9B-C3EA-1962-1D6A58392910}"/>
              </a:ext>
            </a:extLst>
          </p:cNvPr>
          <p:cNvSpPr txBox="1"/>
          <p:nvPr/>
        </p:nvSpPr>
        <p:spPr>
          <a:xfrm>
            <a:off x="22648010" y="8764660"/>
            <a:ext cx="2869123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/>
              <a:t>All repeats</a:t>
            </a:r>
          </a:p>
        </p:txBody>
      </p:sp>
      <p:sp>
        <p:nvSpPr>
          <p:cNvPr id="190" name="TextBox 189">
            <a:extLst>
              <a:ext uri="{FF2B5EF4-FFF2-40B4-BE49-F238E27FC236}">
                <a16:creationId xmlns:a16="http://schemas.microsoft.com/office/drawing/2014/main" id="{9A7146D8-1CC1-36B6-7FA0-CA13588FACBA}"/>
              </a:ext>
            </a:extLst>
          </p:cNvPr>
          <p:cNvSpPr txBox="1"/>
          <p:nvPr/>
        </p:nvSpPr>
        <p:spPr>
          <a:xfrm>
            <a:off x="19362571" y="13791474"/>
            <a:ext cx="294238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/>
              <a:t>Main model set</a:t>
            </a:r>
          </a:p>
        </p:txBody>
      </p:sp>
      <p:sp>
        <p:nvSpPr>
          <p:cNvPr id="191" name="TextBox 190">
            <a:extLst>
              <a:ext uri="{FF2B5EF4-FFF2-40B4-BE49-F238E27FC236}">
                <a16:creationId xmlns:a16="http://schemas.microsoft.com/office/drawing/2014/main" id="{9B6D8E01-81F6-F97D-683D-A5E1D4D02200}"/>
              </a:ext>
            </a:extLst>
          </p:cNvPr>
          <p:cNvSpPr txBox="1"/>
          <p:nvPr/>
        </p:nvSpPr>
        <p:spPr>
          <a:xfrm>
            <a:off x="22648007" y="13793954"/>
            <a:ext cx="2869123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/>
              <a:t>All repeats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3807</TotalTime>
  <Words>174</Words>
  <Application>Microsoft Office PowerPoint</Application>
  <PresentationFormat>Custom</PresentationFormat>
  <Paragraphs>88</Paragraphs>
  <Slides>2</Slides>
  <Notes>1</Notes>
  <HiddenSlides>0</HiddenSlides>
  <MMClips>0</MMClips>
  <ScaleCrop>false</ScaleCrop>
  <HeadingPairs>
    <vt:vector size="8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Embedded OLE Servers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6" baseType="lpstr">
      <vt:lpstr>Calibri</vt:lpstr>
      <vt:lpstr>Arial</vt:lpstr>
      <vt:lpstr>Office Theme</vt:lpstr>
      <vt:lpstr>Packager Shell Object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Tomoni Minamoto</dc:creator>
  <cp:lastModifiedBy>Zhaobo Hu</cp:lastModifiedBy>
  <cp:revision>218</cp:revision>
  <dcterms:created xsi:type="dcterms:W3CDTF">2014-10-11T23:18:25Z</dcterms:created>
  <dcterms:modified xsi:type="dcterms:W3CDTF">2026-05-18T19:30:33Z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638202f9-8d41-4950-b014-f183e397b746_Enabled">
    <vt:lpwstr>true</vt:lpwstr>
  </property>
  <property fmtid="{D5CDD505-2E9C-101B-9397-08002B2CF9AE}" pid="3" name="MSIP_Label_638202f9-8d41-4950-b014-f183e397b746_SetDate">
    <vt:lpwstr>2026-05-17T01:19:50Z</vt:lpwstr>
  </property>
  <property fmtid="{D5CDD505-2E9C-101B-9397-08002B2CF9AE}" pid="4" name="MSIP_Label_638202f9-8d41-4950-b014-f183e397b746_Method">
    <vt:lpwstr>Standard</vt:lpwstr>
  </property>
  <property fmtid="{D5CDD505-2E9C-101B-9397-08002B2CF9AE}" pid="5" name="MSIP_Label_638202f9-8d41-4950-b014-f183e397b746_Name">
    <vt:lpwstr>defa4170-0d19-0005-0004-bc88714345d2</vt:lpwstr>
  </property>
  <property fmtid="{D5CDD505-2E9C-101B-9397-08002B2CF9AE}" pid="6" name="MSIP_Label_638202f9-8d41-4950-b014-f183e397b746_SiteId">
    <vt:lpwstr>13b3b0ce-cd75-49a4-bfea-0a03b01ff1ab</vt:lpwstr>
  </property>
  <property fmtid="{D5CDD505-2E9C-101B-9397-08002B2CF9AE}" pid="7" name="MSIP_Label_638202f9-8d41-4950-b014-f183e397b746_ActionId">
    <vt:lpwstr>7186205e-f81f-4adf-9b57-a268fae9f835</vt:lpwstr>
  </property>
  <property fmtid="{D5CDD505-2E9C-101B-9397-08002B2CF9AE}" pid="8" name="MSIP_Label_638202f9-8d41-4950-b014-f183e397b746_ContentBits">
    <vt:lpwstr>0</vt:lpwstr>
  </property>
  <property fmtid="{D5CDD505-2E9C-101B-9397-08002B2CF9AE}" pid="9" name="MSIP_Label_638202f9-8d41-4950-b014-f183e397b746_Tag">
    <vt:lpwstr>10, 3, 0, 1</vt:lpwstr>
  </property>
</Properties>
</file>