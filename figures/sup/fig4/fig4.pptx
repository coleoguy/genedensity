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36576000" cy="32918400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369">
          <p15:clr>
            <a:srgbClr val="A4A3A4"/>
          </p15:clr>
        </p15:guide>
        <p15:guide id="2" pos="1152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hiytGPk8UOxiAGs9KaAxakDbg4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528B"/>
    <a:srgbClr val="440154"/>
    <a:srgbClr val="5DC863"/>
    <a:srgbClr val="2C728E"/>
    <a:srgbClr val="21908C"/>
    <a:srgbClr val="27AD81"/>
    <a:srgbClr val="AADC32"/>
    <a:srgbClr val="FDE725"/>
    <a:srgbClr val="472D7B"/>
    <a:srgbClr val="440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8"/>
  </p:normalViewPr>
  <p:slideViewPr>
    <p:cSldViewPr snapToGrid="0">
      <p:cViewPr>
        <p:scale>
          <a:sx n="33" d="100"/>
          <a:sy n="33" d="100"/>
        </p:scale>
        <p:origin x="1026" y="-1278"/>
      </p:cViewPr>
      <p:guideLst>
        <p:guide orient="horz" pos="10369"/>
        <p:guide pos="11521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0" Type="http://customschemas.google.com/relationships/presentationmetadata" Target="metadata"/><Relationship Id="rId4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>
            <a:lvl1pPr marL="457200" marR="0" lvl="0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402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22F89A7F-014F-27BE-3893-2262A7B3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450008AC-4CF3-ECD8-F098-34587F33C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568450" y="696913"/>
            <a:ext cx="38735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A188DEC1-C9B6-3233-752C-91BC48708C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47AB1E4A-2C99-7138-E554-62DB0BB81B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238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2889253" y="21153122"/>
            <a:ext cx="31089600" cy="6537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545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2889253" y="13952226"/>
            <a:ext cx="31089600" cy="720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544"/>
              </a:spcBef>
              <a:spcAft>
                <a:spcPts val="0"/>
              </a:spcAft>
              <a:buClr>
                <a:srgbClr val="888888"/>
              </a:buClr>
              <a:buSzPts val="7722"/>
              <a:buNone/>
              <a:defRPr sz="7722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382"/>
              </a:spcBef>
              <a:spcAft>
                <a:spcPts val="0"/>
              </a:spcAft>
              <a:buClr>
                <a:srgbClr val="888888"/>
              </a:buClr>
              <a:buSzPts val="6909"/>
              <a:buNone/>
              <a:defRPr sz="6908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240"/>
              </a:spcBef>
              <a:spcAft>
                <a:spcPts val="0"/>
              </a:spcAft>
              <a:buClr>
                <a:srgbClr val="888888"/>
              </a:buClr>
              <a:buSzPts val="6198"/>
              <a:buNone/>
              <a:defRPr sz="6198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97"/>
              </a:spcBef>
              <a:spcAft>
                <a:spcPts val="0"/>
              </a:spcAft>
              <a:buClr>
                <a:srgbClr val="888888"/>
              </a:buClr>
              <a:buSzPts val="5486"/>
              <a:buNone/>
              <a:defRPr sz="5486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1828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18592802" y="7680966"/>
            <a:ext cx="16154400" cy="2172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•"/>
              <a:defRPr sz="10871"/>
            </a:lvl1pPr>
            <a:lvl2pPr marL="914400" lvl="1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–"/>
              <a:defRPr sz="9347"/>
            </a:lvl2pPr>
            <a:lvl3pPr marL="1371600" lvl="2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3pPr>
            <a:lvl4pPr marL="1828800" lvl="3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–"/>
              <a:defRPr sz="6908"/>
            </a:lvl4pPr>
            <a:lvl5pPr marL="2286000" lvl="4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»"/>
              <a:defRPr sz="6908"/>
            </a:lvl5pPr>
            <a:lvl6pPr marL="2743200" lvl="5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6pPr>
            <a:lvl7pPr marL="3200400" lvl="6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7pPr>
            <a:lvl8pPr marL="3657600" lvl="7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8pPr>
            <a:lvl9pPr marL="4114800" lvl="8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1828803" y="7368542"/>
            <a:ext cx="16160753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1828803" y="10439400"/>
            <a:ext cx="16160753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3"/>
          </p:nvPr>
        </p:nvSpPr>
        <p:spPr>
          <a:xfrm>
            <a:off x="18580106" y="7368542"/>
            <a:ext cx="16167101" cy="3070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marL="457200" lvl="0" indent="-228600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None/>
              <a:defRPr sz="9347" b="1"/>
            </a:lvl1pPr>
            <a:lvl2pPr marL="914400" lvl="1" indent="-228600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None/>
              <a:defRPr sz="7722" b="1"/>
            </a:lvl2pPr>
            <a:lvl3pPr marL="1371600" lvl="2" indent="-228600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None/>
              <a:defRPr sz="6908" b="1"/>
            </a:lvl3pPr>
            <a:lvl4pPr marL="1828800" lvl="3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4pPr>
            <a:lvl5pPr marL="2286000" lvl="4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5pPr>
            <a:lvl6pPr marL="2743200" lvl="5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6pPr>
            <a:lvl7pPr marL="3200400" lvl="6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7pPr>
            <a:lvl8pPr marL="3657600" lvl="7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8pPr>
            <a:lvl9pPr marL="4114800" lvl="8" indent="-228600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None/>
              <a:defRPr sz="6198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4"/>
          </p:nvPr>
        </p:nvSpPr>
        <p:spPr>
          <a:xfrm>
            <a:off x="18580106" y="10439400"/>
            <a:ext cx="16167101" cy="1896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1pPr>
            <a:lvl2pPr marL="914400" lvl="1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2pPr>
            <a:lvl3pPr marL="1371600" lvl="2" indent="-667321" algn="l">
              <a:spcBef>
                <a:spcPts val="1382"/>
              </a:spcBef>
              <a:spcAft>
                <a:spcPts val="0"/>
              </a:spcAft>
              <a:buClr>
                <a:schemeClr val="dk1"/>
              </a:buClr>
              <a:buSzPts val="6909"/>
              <a:buChar char="•"/>
              <a:defRPr sz="6908"/>
            </a:lvl3pPr>
            <a:lvl4pPr marL="1828800" lvl="3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–"/>
              <a:defRPr sz="6198"/>
            </a:lvl4pPr>
            <a:lvl5pPr marL="2286000" lvl="4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»"/>
              <a:defRPr sz="6198"/>
            </a:lvl5pPr>
            <a:lvl6pPr marL="2743200" lvl="5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6pPr>
            <a:lvl7pPr marL="3200400" lvl="6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7pPr>
            <a:lvl8pPr marL="3657600" lvl="7" indent="-622173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8pPr>
            <a:lvl9pPr marL="4114800" lvl="8" indent="-622172" algn="l">
              <a:spcBef>
                <a:spcPts val="1240"/>
              </a:spcBef>
              <a:spcAft>
                <a:spcPts val="0"/>
              </a:spcAft>
              <a:buClr>
                <a:schemeClr val="dk1"/>
              </a:buClr>
              <a:buSzPts val="6198"/>
              <a:buChar char="•"/>
              <a:defRPr sz="6198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828805" y="1310640"/>
            <a:ext cx="12033252" cy="557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4300202" y="1310643"/>
            <a:ext cx="20447000" cy="2809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1015682" algn="l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Char char="•"/>
              <a:defRPr sz="12395"/>
            </a:lvl1pPr>
            <a:lvl2pPr marL="914400" lvl="1" indent="-918908" algn="l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Char char="–"/>
              <a:defRPr sz="10871"/>
            </a:lvl2pPr>
            <a:lvl3pPr marL="1371600" lvl="2" indent="-822134" algn="l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Char char="•"/>
              <a:defRPr sz="9347"/>
            </a:lvl3pPr>
            <a:lvl4pPr marL="1828800" lvl="3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–"/>
              <a:defRPr sz="7722"/>
            </a:lvl4pPr>
            <a:lvl5pPr marL="2286000" lvl="4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»"/>
              <a:defRPr sz="7722"/>
            </a:lvl5pPr>
            <a:lvl6pPr marL="2743200" lvl="5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6pPr>
            <a:lvl7pPr marL="3200400" lvl="6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7pPr>
            <a:lvl8pPr marL="3657600" lvl="7" indent="-718947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8pPr>
            <a:lvl9pPr marL="4114800" lvl="8" indent="-718946" algn="l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Char char="•"/>
              <a:defRPr sz="7722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828805" y="6888486"/>
            <a:ext cx="12033252" cy="2251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169154" y="23042880"/>
            <a:ext cx="21945600" cy="272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722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7169154" y="2941322"/>
            <a:ext cx="21945600" cy="1975104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7169154" y="25763223"/>
            <a:ext cx="21945600" cy="386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228600" algn="l">
              <a:spcBef>
                <a:spcPts val="1097"/>
              </a:spcBef>
              <a:spcAft>
                <a:spcPts val="0"/>
              </a:spcAft>
              <a:buClr>
                <a:schemeClr val="dk1"/>
              </a:buClr>
              <a:buSzPts val="5486"/>
              <a:buNone/>
              <a:defRPr sz="5486"/>
            </a:lvl1pPr>
            <a:lvl2pPr marL="914400" lvl="1" indent="-228600" algn="l">
              <a:spcBef>
                <a:spcPts val="935"/>
              </a:spcBef>
              <a:spcAft>
                <a:spcPts val="0"/>
              </a:spcAft>
              <a:buClr>
                <a:schemeClr val="dk1"/>
              </a:buClr>
              <a:buSzPts val="4674"/>
              <a:buNone/>
              <a:defRPr sz="4674"/>
            </a:lvl2pPr>
            <a:lvl3pPr marL="1371600" lvl="2" indent="-228600" algn="l">
              <a:spcBef>
                <a:spcPts val="772"/>
              </a:spcBef>
              <a:spcAft>
                <a:spcPts val="0"/>
              </a:spcAft>
              <a:buClr>
                <a:schemeClr val="dk1"/>
              </a:buClr>
              <a:buSzPts val="3861"/>
              <a:buNone/>
              <a:defRPr sz="3861"/>
            </a:lvl3pPr>
            <a:lvl4pPr marL="1828800" lvl="3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4pPr>
            <a:lvl5pPr marL="2286000" lvl="4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5pPr>
            <a:lvl6pPr marL="2743200" lvl="5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6pPr>
            <a:lvl7pPr marL="3200400" lvl="6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7pPr>
            <a:lvl8pPr marL="3657600" lvl="7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8pPr>
            <a:lvl9pPr marL="4114800" lvl="8" indent="-228600" algn="l">
              <a:spcBef>
                <a:spcPts val="691"/>
              </a:spcBef>
              <a:spcAft>
                <a:spcPts val="0"/>
              </a:spcAft>
              <a:buClr>
                <a:schemeClr val="dk1"/>
              </a:buClr>
              <a:buSzPts val="3454"/>
              <a:buNone/>
              <a:defRPr sz="3454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7425523" y="2084045"/>
            <a:ext cx="21724953" cy="3291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85751673" y="53160931"/>
            <a:ext cx="134820662" cy="4114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3150869" y="12317731"/>
            <a:ext cx="134820662" cy="1228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829042" y="1318072"/>
            <a:ext cx="32917916" cy="548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829042" y="7680526"/>
            <a:ext cx="32917916" cy="2172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t" anchorCtr="0">
            <a:noAutofit/>
          </a:bodyPr>
          <a:lstStyle>
            <a:lvl1pPr marL="457200" marR="0" lvl="0" indent="-1015682" algn="l" rtl="0">
              <a:spcBef>
                <a:spcPts val="2479"/>
              </a:spcBef>
              <a:spcAft>
                <a:spcPts val="0"/>
              </a:spcAft>
              <a:buClr>
                <a:schemeClr val="dk1"/>
              </a:buClr>
              <a:buSzPts val="12395"/>
              <a:buFont typeface="Arial"/>
              <a:buChar char="•"/>
              <a:defRPr sz="1239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18908" algn="l" rtl="0">
              <a:spcBef>
                <a:spcPts val="2174"/>
              </a:spcBef>
              <a:spcAft>
                <a:spcPts val="0"/>
              </a:spcAft>
              <a:buClr>
                <a:schemeClr val="dk1"/>
              </a:buClr>
              <a:buSzPts val="10871"/>
              <a:buFont typeface="Arial"/>
              <a:buChar char="–"/>
              <a:defRPr sz="1087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22134" algn="l" rtl="0">
              <a:spcBef>
                <a:spcPts val="1869"/>
              </a:spcBef>
              <a:spcAft>
                <a:spcPts val="0"/>
              </a:spcAft>
              <a:buClr>
                <a:schemeClr val="dk1"/>
              </a:buClr>
              <a:buSzPts val="9347"/>
              <a:buFont typeface="Arial"/>
              <a:buChar char="•"/>
              <a:defRPr sz="934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–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»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18947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18946" algn="l" rtl="0">
              <a:spcBef>
                <a:spcPts val="1544"/>
              </a:spcBef>
              <a:spcAft>
                <a:spcPts val="0"/>
              </a:spcAft>
              <a:buClr>
                <a:schemeClr val="dk1"/>
              </a:buClr>
              <a:buSzPts val="7722"/>
              <a:buFont typeface="Arial"/>
              <a:buChar char="•"/>
              <a:defRPr sz="772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829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2496840" y="30510162"/>
            <a:ext cx="11582320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9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6213043" y="30510162"/>
            <a:ext cx="8533917" cy="1753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9525" tIns="174750" rIns="349525" bIns="1747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4674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9CAA071-A88A-9345-9C5E-670D898931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037387"/>
              </p:ext>
            </p:extLst>
          </p:nvPr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400069" imgH="514350" progId="Package">
                  <p:embed/>
                </p:oleObj>
              </mc:Choice>
              <mc:Fallback>
                <p:oleObj name="Packager Shell Object" showAsIcon="1" r:id="rId2" imgW="4000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6D2717A-0DF5-7447-97FA-7EE5E471C5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366214"/>
              </p:ext>
            </p:extLst>
          </p:nvPr>
        </p:nvGraphicFramePr>
        <p:xfrm>
          <a:off x="98425" y="98425"/>
          <a:ext cx="4000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400069" imgH="514350" progId="Package">
                  <p:embed/>
                </p:oleObj>
              </mc:Choice>
              <mc:Fallback>
                <p:oleObj name="Packager Shell Object" showAsIcon="1" r:id="rId4" imgW="400069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425" y="98425"/>
                        <a:ext cx="4000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4">
            <a:extLst>
              <a:ext uri="{FF2B5EF4-FFF2-40B4-BE49-F238E27FC236}">
                <a16:creationId xmlns:a16="http://schemas.microsoft.com/office/drawing/2014/main" id="{512870E0-C627-C93A-48DC-993AE1925C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807" r="3951"/>
          <a:stretch>
            <a:fillRect/>
          </a:stretch>
        </p:blipFill>
        <p:spPr>
          <a:xfrm>
            <a:off x="2123768" y="8530378"/>
            <a:ext cx="33006890" cy="1585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4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>
          <a:extLst>
            <a:ext uri="{FF2B5EF4-FFF2-40B4-BE49-F238E27FC236}">
              <a16:creationId xmlns:a16="http://schemas.microsoft.com/office/drawing/2014/main" id="{84FD0798-82E0-CA48-5324-60F28A9A9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1EA5C3-12F7-38D7-605C-91C2A60682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17" t="13297" r="26918" b="20441"/>
          <a:stretch>
            <a:fillRect/>
          </a:stretch>
        </p:blipFill>
        <p:spPr>
          <a:xfrm>
            <a:off x="16436340" y="17731740"/>
            <a:ext cx="4025900" cy="24155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0BE06E-180B-95D5-D339-3031AFB689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117" t="14276" r="26917" b="21447"/>
          <a:stretch>
            <a:fillRect/>
          </a:stretch>
        </p:blipFill>
        <p:spPr>
          <a:xfrm>
            <a:off x="16436340" y="14725650"/>
            <a:ext cx="4025900" cy="23431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B3EC84-83B4-7F5B-5503-E4ECF202A6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009" t="14277" r="27025" b="21447"/>
          <a:stretch>
            <a:fillRect/>
          </a:stretch>
        </p:blipFill>
        <p:spPr>
          <a:xfrm>
            <a:off x="10750550" y="14725650"/>
            <a:ext cx="4025900" cy="23431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B9A416-3228-6F49-21C4-8A1EAD39919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010" t="13297" r="27024" b="20441"/>
          <a:stretch>
            <a:fillRect/>
          </a:stretch>
        </p:blipFill>
        <p:spPr>
          <a:xfrm>
            <a:off x="10750550" y="17731740"/>
            <a:ext cx="4025900" cy="24155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3DB9A94-0DF5-3B24-38F0-30430F819364}"/>
              </a:ext>
            </a:extLst>
          </p:cNvPr>
          <p:cNvSpPr txBox="1"/>
          <p:nvPr/>
        </p:nvSpPr>
        <p:spPr>
          <a:xfrm>
            <a:off x="10854853" y="20094892"/>
            <a:ext cx="487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76F43E-0806-4351-1CB9-4E596A1B7831}"/>
              </a:ext>
            </a:extLst>
          </p:cNvPr>
          <p:cNvSpPr txBox="1"/>
          <p:nvPr/>
        </p:nvSpPr>
        <p:spPr>
          <a:xfrm>
            <a:off x="11365712" y="20094892"/>
            <a:ext cx="52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DAF426-C7AA-A1CE-0B39-11355876B77F}"/>
              </a:ext>
            </a:extLst>
          </p:cNvPr>
          <p:cNvSpPr txBox="1"/>
          <p:nvPr/>
        </p:nvSpPr>
        <p:spPr>
          <a:xfrm>
            <a:off x="11902757" y="20094893"/>
            <a:ext cx="52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51E2E9-9F1B-A4D5-6541-A86FCFF42FB1}"/>
              </a:ext>
            </a:extLst>
          </p:cNvPr>
          <p:cNvSpPr txBox="1"/>
          <p:nvPr/>
        </p:nvSpPr>
        <p:spPr>
          <a:xfrm>
            <a:off x="12437421" y="20094891"/>
            <a:ext cx="52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967058-3E1F-ABAF-C159-46AEC29C58CB}"/>
              </a:ext>
            </a:extLst>
          </p:cNvPr>
          <p:cNvSpPr txBox="1"/>
          <p:nvPr/>
        </p:nvSpPr>
        <p:spPr>
          <a:xfrm>
            <a:off x="12902015" y="20094891"/>
            <a:ext cx="487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A7AB48-DF5B-DEB0-D120-88B6102FC19E}"/>
              </a:ext>
            </a:extLst>
          </p:cNvPr>
          <p:cNvSpPr txBox="1"/>
          <p:nvPr/>
        </p:nvSpPr>
        <p:spPr>
          <a:xfrm>
            <a:off x="13410493" y="20094891"/>
            <a:ext cx="52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-0.5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F8B38B-55B8-D6C5-5852-678254C74BF8}"/>
              </a:ext>
            </a:extLst>
          </p:cNvPr>
          <p:cNvSpPr txBox="1"/>
          <p:nvPr/>
        </p:nvSpPr>
        <p:spPr>
          <a:xfrm>
            <a:off x="13938014" y="20094892"/>
            <a:ext cx="52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D900F9-6F3D-64F5-BE7F-B943CF786C36}"/>
              </a:ext>
            </a:extLst>
          </p:cNvPr>
          <p:cNvSpPr txBox="1"/>
          <p:nvPr/>
        </p:nvSpPr>
        <p:spPr>
          <a:xfrm>
            <a:off x="14463152" y="20094890"/>
            <a:ext cx="52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878C9E-5E8F-6D64-B55F-2824523A0FF9}"/>
              </a:ext>
            </a:extLst>
          </p:cNvPr>
          <p:cNvSpPr txBox="1"/>
          <p:nvPr/>
        </p:nvSpPr>
        <p:spPr>
          <a:xfrm>
            <a:off x="8325225" y="16556830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All repeats age x prop.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678DE0-23FD-D292-31A1-EDB3A5260BA7}"/>
              </a:ext>
            </a:extLst>
          </p:cNvPr>
          <p:cNvSpPr txBox="1"/>
          <p:nvPr/>
        </p:nvSpPr>
        <p:spPr>
          <a:xfrm>
            <a:off x="8325223" y="16316325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SINE proportion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E1127D-8BEC-4AD7-2BCA-7A899FA72B83}"/>
              </a:ext>
            </a:extLst>
          </p:cNvPr>
          <p:cNvSpPr txBox="1"/>
          <p:nvPr/>
        </p:nvSpPr>
        <p:spPr>
          <a:xfrm>
            <a:off x="8325223" y="16077603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LINE proportion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1A28DF-50A9-DAB4-D43A-627F15397A76}"/>
              </a:ext>
            </a:extLst>
          </p:cNvPr>
          <p:cNvSpPr txBox="1"/>
          <p:nvPr/>
        </p:nvSpPr>
        <p:spPr>
          <a:xfrm>
            <a:off x="8325222" y="18758501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Others proportion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30CD26-031C-A478-1796-8D8BB433750D}"/>
              </a:ext>
            </a:extLst>
          </p:cNvPr>
          <p:cNvSpPr txBox="1"/>
          <p:nvPr/>
        </p:nvSpPr>
        <p:spPr>
          <a:xfrm>
            <a:off x="8325222" y="15835045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DNA proportion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F0E318-95F9-CA00-508F-6F616B0C3E5D}"/>
              </a:ext>
            </a:extLst>
          </p:cNvPr>
          <p:cNvSpPr txBox="1"/>
          <p:nvPr/>
        </p:nvSpPr>
        <p:spPr>
          <a:xfrm>
            <a:off x="10838183" y="17052130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9AD76D-AEF7-18F9-3A4C-5793C4301205}"/>
              </a:ext>
            </a:extLst>
          </p:cNvPr>
          <p:cNvSpPr txBox="1"/>
          <p:nvPr/>
        </p:nvSpPr>
        <p:spPr>
          <a:xfrm>
            <a:off x="11086471" y="17051400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4760C6-605B-B996-3C9C-96837958D1AF}"/>
              </a:ext>
            </a:extLst>
          </p:cNvPr>
          <p:cNvSpPr txBox="1"/>
          <p:nvPr/>
        </p:nvSpPr>
        <p:spPr>
          <a:xfrm>
            <a:off x="11334915" y="17052133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88F754-D880-0E84-4CE4-86C0BB307E23}"/>
              </a:ext>
            </a:extLst>
          </p:cNvPr>
          <p:cNvSpPr txBox="1"/>
          <p:nvPr/>
        </p:nvSpPr>
        <p:spPr>
          <a:xfrm>
            <a:off x="11583040" y="17052131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3AC1ED-3307-5480-7A52-88B5AC9D3158}"/>
              </a:ext>
            </a:extLst>
          </p:cNvPr>
          <p:cNvSpPr txBox="1"/>
          <p:nvPr/>
        </p:nvSpPr>
        <p:spPr>
          <a:xfrm>
            <a:off x="11833705" y="17051399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C1C4B28-969B-42D2-CFAF-0A4EAE70CB5E}"/>
              </a:ext>
            </a:extLst>
          </p:cNvPr>
          <p:cNvSpPr txBox="1"/>
          <p:nvPr/>
        </p:nvSpPr>
        <p:spPr>
          <a:xfrm>
            <a:off x="12079608" y="17052133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7EC771-826A-9EAD-7957-A283ECA80DC7}"/>
              </a:ext>
            </a:extLst>
          </p:cNvPr>
          <p:cNvSpPr txBox="1"/>
          <p:nvPr/>
        </p:nvSpPr>
        <p:spPr>
          <a:xfrm>
            <a:off x="12331069" y="17053232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6EFD1C-5190-C41C-1403-A876221CC7AE}"/>
              </a:ext>
            </a:extLst>
          </p:cNvPr>
          <p:cNvSpPr txBox="1"/>
          <p:nvPr/>
        </p:nvSpPr>
        <p:spPr>
          <a:xfrm>
            <a:off x="12888598" y="17051398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59CBD6-07CB-24EE-BBE0-D100DCA8EC6E}"/>
              </a:ext>
            </a:extLst>
          </p:cNvPr>
          <p:cNvSpPr txBox="1"/>
          <p:nvPr/>
        </p:nvSpPr>
        <p:spPr>
          <a:xfrm>
            <a:off x="13132124" y="17050668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0EAD95-2022-6B09-A622-3A58A596D822}"/>
              </a:ext>
            </a:extLst>
          </p:cNvPr>
          <p:cNvSpPr txBox="1"/>
          <p:nvPr/>
        </p:nvSpPr>
        <p:spPr>
          <a:xfrm>
            <a:off x="13378187" y="17051401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EEF0E3-77B3-9ABE-C4A6-2DD978217FEF}"/>
              </a:ext>
            </a:extLst>
          </p:cNvPr>
          <p:cNvSpPr txBox="1"/>
          <p:nvPr/>
        </p:nvSpPr>
        <p:spPr>
          <a:xfrm>
            <a:off x="13621550" y="17051399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D2E5F74-2960-D796-B0D5-C2E9830DFC81}"/>
              </a:ext>
            </a:extLst>
          </p:cNvPr>
          <p:cNvSpPr txBox="1"/>
          <p:nvPr/>
        </p:nvSpPr>
        <p:spPr>
          <a:xfrm>
            <a:off x="13869834" y="17050667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84BC33-9765-AA29-B6C0-0DCCC15B30FC}"/>
              </a:ext>
            </a:extLst>
          </p:cNvPr>
          <p:cNvSpPr txBox="1"/>
          <p:nvPr/>
        </p:nvSpPr>
        <p:spPr>
          <a:xfrm>
            <a:off x="14110973" y="17051401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0ADDB80-FD43-DDA1-D4B1-998C7FB9B0A2}"/>
              </a:ext>
            </a:extLst>
          </p:cNvPr>
          <p:cNvSpPr txBox="1"/>
          <p:nvPr/>
        </p:nvSpPr>
        <p:spPr>
          <a:xfrm>
            <a:off x="14357672" y="17052500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DBB987-F924-67EF-FAEB-D3748F3EA5F7}"/>
              </a:ext>
            </a:extLst>
          </p:cNvPr>
          <p:cNvSpPr txBox="1"/>
          <p:nvPr/>
        </p:nvSpPr>
        <p:spPr>
          <a:xfrm>
            <a:off x="8325221" y="15594534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All repeats age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5FD4FA-08A4-D8EE-61A9-6AC4EABEB648}"/>
              </a:ext>
            </a:extLst>
          </p:cNvPr>
          <p:cNvSpPr txBox="1"/>
          <p:nvPr/>
        </p:nvSpPr>
        <p:spPr>
          <a:xfrm>
            <a:off x="8325219" y="15354024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SINE age x prop.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CAD825-FA0E-037B-DD0F-44D9F3ED2945}"/>
              </a:ext>
            </a:extLst>
          </p:cNvPr>
          <p:cNvSpPr txBox="1"/>
          <p:nvPr/>
        </p:nvSpPr>
        <p:spPr>
          <a:xfrm>
            <a:off x="8325218" y="15113512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SINE age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618BD4-B3A0-5361-34A4-33C504CF2692}"/>
              </a:ext>
            </a:extLst>
          </p:cNvPr>
          <p:cNvSpPr txBox="1"/>
          <p:nvPr/>
        </p:nvSpPr>
        <p:spPr>
          <a:xfrm>
            <a:off x="8325215" y="14873002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LTR age x prop.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548CC9-1A78-F580-1D7E-E754DFC1029A}"/>
              </a:ext>
            </a:extLst>
          </p:cNvPr>
          <p:cNvSpPr txBox="1"/>
          <p:nvPr/>
        </p:nvSpPr>
        <p:spPr>
          <a:xfrm>
            <a:off x="14005191" y="15026342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LINE age x prop.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DA2468F-052F-33B6-4DA1-A545AB43024F}"/>
              </a:ext>
            </a:extLst>
          </p:cNvPr>
          <p:cNvSpPr txBox="1"/>
          <p:nvPr/>
        </p:nvSpPr>
        <p:spPr>
          <a:xfrm>
            <a:off x="14005189" y="15485925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SINE age x prop.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DECA43-A00F-4DEE-D415-0AA776115B7A}"/>
              </a:ext>
            </a:extLst>
          </p:cNvPr>
          <p:cNvSpPr txBox="1"/>
          <p:nvPr/>
        </p:nvSpPr>
        <p:spPr>
          <a:xfrm>
            <a:off x="14005188" y="15945511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DNA proportion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2C249D-26BF-BABE-5592-E5BB238277EB}"/>
              </a:ext>
            </a:extLst>
          </p:cNvPr>
          <p:cNvSpPr txBox="1"/>
          <p:nvPr/>
        </p:nvSpPr>
        <p:spPr>
          <a:xfrm>
            <a:off x="14005185" y="16405095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LINE proportion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D4359E-F0C1-FF29-2E51-28A1086C20E3}"/>
              </a:ext>
            </a:extLst>
          </p:cNvPr>
          <p:cNvSpPr txBox="1"/>
          <p:nvPr/>
        </p:nvSpPr>
        <p:spPr>
          <a:xfrm>
            <a:off x="16383480" y="17053047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1CA754-BD25-BE7E-33DC-FE41046F03DB}"/>
              </a:ext>
            </a:extLst>
          </p:cNvPr>
          <p:cNvSpPr txBox="1"/>
          <p:nvPr/>
        </p:nvSpPr>
        <p:spPr>
          <a:xfrm>
            <a:off x="16709714" y="17053047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BF6DC7-E9C1-10BA-5B61-84E3700059FC}"/>
              </a:ext>
            </a:extLst>
          </p:cNvPr>
          <p:cNvSpPr txBox="1"/>
          <p:nvPr/>
        </p:nvSpPr>
        <p:spPr>
          <a:xfrm>
            <a:off x="17033566" y="17053047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0C3990-058F-FF18-6D28-C07EDA22A125}"/>
              </a:ext>
            </a:extLst>
          </p:cNvPr>
          <p:cNvSpPr txBox="1"/>
          <p:nvPr/>
        </p:nvSpPr>
        <p:spPr>
          <a:xfrm>
            <a:off x="17359800" y="17053046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0E97D97-D3C6-EF0F-0411-536D389C7021}"/>
              </a:ext>
            </a:extLst>
          </p:cNvPr>
          <p:cNvSpPr txBox="1"/>
          <p:nvPr/>
        </p:nvSpPr>
        <p:spPr>
          <a:xfrm>
            <a:off x="17686033" y="17053045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F7EEC0-794B-E4C5-44B2-2C6199E61577}"/>
              </a:ext>
            </a:extLst>
          </p:cNvPr>
          <p:cNvSpPr txBox="1"/>
          <p:nvPr/>
        </p:nvSpPr>
        <p:spPr>
          <a:xfrm>
            <a:off x="18012268" y="17050663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CA420A-57C7-7CFE-1268-695EFB630DA5}"/>
              </a:ext>
            </a:extLst>
          </p:cNvPr>
          <p:cNvSpPr txBox="1"/>
          <p:nvPr/>
        </p:nvSpPr>
        <p:spPr>
          <a:xfrm>
            <a:off x="18433102" y="17051962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57219CD-3C6A-1C5B-FE2A-2FB45AFE962F}"/>
              </a:ext>
            </a:extLst>
          </p:cNvPr>
          <p:cNvSpPr txBox="1"/>
          <p:nvPr/>
        </p:nvSpPr>
        <p:spPr>
          <a:xfrm>
            <a:off x="18754574" y="17051962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7E987C9-BA65-8A82-13BA-FB8FB04FF3AE}"/>
              </a:ext>
            </a:extLst>
          </p:cNvPr>
          <p:cNvSpPr txBox="1"/>
          <p:nvPr/>
        </p:nvSpPr>
        <p:spPr>
          <a:xfrm>
            <a:off x="19076045" y="17051962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DBDF14A-5CBF-4E8B-C03C-0648DE940DD9}"/>
              </a:ext>
            </a:extLst>
          </p:cNvPr>
          <p:cNvSpPr txBox="1"/>
          <p:nvPr/>
        </p:nvSpPr>
        <p:spPr>
          <a:xfrm>
            <a:off x="19395136" y="17051961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ABF042-2FF5-1687-0B64-4BF9E025DBDA}"/>
              </a:ext>
            </a:extLst>
          </p:cNvPr>
          <p:cNvSpPr txBox="1"/>
          <p:nvPr/>
        </p:nvSpPr>
        <p:spPr>
          <a:xfrm>
            <a:off x="19716604" y="17051960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457BBF8-1CB8-3643-4AF3-AA88E368D4A0}"/>
              </a:ext>
            </a:extLst>
          </p:cNvPr>
          <p:cNvSpPr txBox="1"/>
          <p:nvPr/>
        </p:nvSpPr>
        <p:spPr>
          <a:xfrm>
            <a:off x="20035697" y="17049578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55DC7E3-924B-A2B4-7879-6D957742F466}"/>
              </a:ext>
            </a:extLst>
          </p:cNvPr>
          <p:cNvSpPr txBox="1"/>
          <p:nvPr/>
        </p:nvSpPr>
        <p:spPr>
          <a:xfrm>
            <a:off x="14003887" y="17936624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LTR age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D600C2-3216-B1C7-805F-AE9DBF047042}"/>
              </a:ext>
            </a:extLst>
          </p:cNvPr>
          <p:cNvSpPr txBox="1"/>
          <p:nvPr/>
        </p:nvSpPr>
        <p:spPr>
          <a:xfrm>
            <a:off x="14003886" y="18210468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SINE age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A00AA73-DE1B-0771-EC87-C3B16FA7158F}"/>
              </a:ext>
            </a:extLst>
          </p:cNvPr>
          <p:cNvSpPr txBox="1"/>
          <p:nvPr/>
        </p:nvSpPr>
        <p:spPr>
          <a:xfrm>
            <a:off x="14003884" y="18484311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All repeats age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B139EE-7752-248A-1BC0-0FE087EB4BE9}"/>
              </a:ext>
            </a:extLst>
          </p:cNvPr>
          <p:cNvSpPr txBox="1"/>
          <p:nvPr/>
        </p:nvSpPr>
        <p:spPr>
          <a:xfrm>
            <a:off x="14003880" y="18758156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Unknown age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C01B55F-8D4D-5F0F-EC60-B8E1CD2EEB3A}"/>
              </a:ext>
            </a:extLst>
          </p:cNvPr>
          <p:cNvSpPr txBox="1"/>
          <p:nvPr/>
        </p:nvSpPr>
        <p:spPr>
          <a:xfrm>
            <a:off x="14003876" y="19029620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LTR proportion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89F880-71D3-5EE3-F70A-6451306561A4}"/>
              </a:ext>
            </a:extLst>
          </p:cNvPr>
          <p:cNvSpPr txBox="1"/>
          <p:nvPr/>
        </p:nvSpPr>
        <p:spPr>
          <a:xfrm>
            <a:off x="14003872" y="19303465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Others proportion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F0BC77-FD47-F29E-4404-8078A005D133}"/>
              </a:ext>
            </a:extLst>
          </p:cNvPr>
          <p:cNvSpPr txBox="1"/>
          <p:nvPr/>
        </p:nvSpPr>
        <p:spPr>
          <a:xfrm>
            <a:off x="14003871" y="19577309"/>
            <a:ext cx="2482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Unknown proportion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B02B4B4-2DE8-C2C1-9104-CBED7E6D1A72}"/>
              </a:ext>
            </a:extLst>
          </p:cNvPr>
          <p:cNvSpPr txBox="1"/>
          <p:nvPr/>
        </p:nvSpPr>
        <p:spPr>
          <a:xfrm>
            <a:off x="16441102" y="20094600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7FB9354-0C3D-AF16-172F-D7554E5B8757}"/>
              </a:ext>
            </a:extLst>
          </p:cNvPr>
          <p:cNvSpPr txBox="1"/>
          <p:nvPr/>
        </p:nvSpPr>
        <p:spPr>
          <a:xfrm>
            <a:off x="16845917" y="20092218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-0.5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401E04-8426-4FD4-D11A-7762241B186E}"/>
              </a:ext>
            </a:extLst>
          </p:cNvPr>
          <p:cNvSpPr txBox="1"/>
          <p:nvPr/>
        </p:nvSpPr>
        <p:spPr>
          <a:xfrm>
            <a:off x="17250733" y="20094600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-0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BA714A7-2198-5CFF-D9C8-B4B6C7A82815}"/>
              </a:ext>
            </a:extLst>
          </p:cNvPr>
          <p:cNvSpPr txBox="1"/>
          <p:nvPr/>
        </p:nvSpPr>
        <p:spPr>
          <a:xfrm>
            <a:off x="17653171" y="20092219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0.5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789159D-E86D-A776-928C-F187E37843D7}"/>
              </a:ext>
            </a:extLst>
          </p:cNvPr>
          <p:cNvSpPr txBox="1"/>
          <p:nvPr/>
        </p:nvSpPr>
        <p:spPr>
          <a:xfrm>
            <a:off x="18057987" y="20094598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3CE45A6-3053-1897-E518-3E69567F5CE3}"/>
              </a:ext>
            </a:extLst>
          </p:cNvPr>
          <p:cNvSpPr txBox="1"/>
          <p:nvPr/>
        </p:nvSpPr>
        <p:spPr>
          <a:xfrm>
            <a:off x="18492826" y="20094605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65702ED-C700-7F94-A24E-593E1C1F9F11}"/>
              </a:ext>
            </a:extLst>
          </p:cNvPr>
          <p:cNvSpPr txBox="1"/>
          <p:nvPr/>
        </p:nvSpPr>
        <p:spPr>
          <a:xfrm>
            <a:off x="18890498" y="20092223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-0.5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2F54D34-AF2C-6A2E-922E-6593281BDF97}"/>
              </a:ext>
            </a:extLst>
          </p:cNvPr>
          <p:cNvSpPr txBox="1"/>
          <p:nvPr/>
        </p:nvSpPr>
        <p:spPr>
          <a:xfrm>
            <a:off x="19288170" y="20094605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-0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0077FF4-E62F-61AA-EA96-72B167D4343E}"/>
              </a:ext>
            </a:extLst>
          </p:cNvPr>
          <p:cNvSpPr txBox="1"/>
          <p:nvPr/>
        </p:nvSpPr>
        <p:spPr>
          <a:xfrm>
            <a:off x="19685847" y="20092224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0.5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D6C20B1-C1C1-A731-DFEA-B1917EF6368C}"/>
              </a:ext>
            </a:extLst>
          </p:cNvPr>
          <p:cNvSpPr txBox="1"/>
          <p:nvPr/>
        </p:nvSpPr>
        <p:spPr>
          <a:xfrm>
            <a:off x="20085898" y="20094603"/>
            <a:ext cx="4870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</a:t>
            </a: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A0C902C3-2067-E287-4C51-FF6F78DCDD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2582" t="21697" r="10049" b="63999"/>
          <a:stretch>
            <a:fillRect/>
          </a:stretch>
        </p:blipFill>
        <p:spPr>
          <a:xfrm>
            <a:off x="20435891" y="15531457"/>
            <a:ext cx="2001201" cy="939085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7A52061A-A51B-B12E-DA82-902F964F6682}"/>
              </a:ext>
            </a:extLst>
          </p:cNvPr>
          <p:cNvGrpSpPr/>
          <p:nvPr/>
        </p:nvGrpSpPr>
        <p:grpSpPr>
          <a:xfrm>
            <a:off x="20790247" y="16606570"/>
            <a:ext cx="1852487" cy="3722165"/>
            <a:chOff x="26169337" y="12140059"/>
            <a:chExt cx="2956820" cy="5941082"/>
          </a:xfrm>
        </p:grpSpPr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7F321F3-2B93-CA1F-FF04-7B6A413B1D2A}"/>
                </a:ext>
              </a:extLst>
            </p:cNvPr>
            <p:cNvSpPr txBox="1"/>
            <p:nvPr/>
          </p:nvSpPr>
          <p:spPr>
            <a:xfrm>
              <a:off x="27737926" y="17442511"/>
              <a:ext cx="1388231" cy="638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0.5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D9FC5866-1475-F9A0-237A-FAD01903EA5A}"/>
                </a:ext>
              </a:extLst>
            </p:cNvPr>
            <p:cNvSpPr txBox="1"/>
            <p:nvPr/>
          </p:nvSpPr>
          <p:spPr>
            <a:xfrm>
              <a:off x="27737926" y="12140059"/>
              <a:ext cx="1388231" cy="638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1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30DDDD0-4271-85FB-BD52-2708330B8AA2}"/>
                </a:ext>
              </a:extLst>
            </p:cNvPr>
            <p:cNvSpPr txBox="1"/>
            <p:nvPr/>
          </p:nvSpPr>
          <p:spPr>
            <a:xfrm>
              <a:off x="27737926" y="14791967"/>
              <a:ext cx="1388231" cy="638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0.75</a:t>
              </a:r>
            </a:p>
          </p:txBody>
        </p:sp>
        <p:pic>
          <p:nvPicPr>
            <p:cNvPr id="158" name="Picture 157">
              <a:extLst>
                <a:ext uri="{FF2B5EF4-FFF2-40B4-BE49-F238E27FC236}">
                  <a16:creationId xmlns:a16="http://schemas.microsoft.com/office/drawing/2014/main" id="{79932096-4C5E-66A6-8E15-142670950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7335" t="70454" r="2272" b="27368"/>
            <a:stretch>
              <a:fillRect/>
            </a:stretch>
          </p:blipFill>
          <p:spPr>
            <a:xfrm rot="16200000">
              <a:off x="24495050" y="14796077"/>
              <a:ext cx="5348601" cy="629590"/>
            </a:xfrm>
            <a:prstGeom prst="rect">
              <a:avLst/>
            </a:prstGeom>
          </p:spPr>
        </p:pic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E3864F8-5A10-9CFE-4607-A3B0F422BCFC}"/>
                </a:ext>
              </a:extLst>
            </p:cNvPr>
            <p:cNvSpPr txBox="1"/>
            <p:nvPr/>
          </p:nvSpPr>
          <p:spPr>
            <a:xfrm rot="16200000">
              <a:off x="24233222" y="14791554"/>
              <a:ext cx="4510860" cy="638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Variable importance</a:t>
              </a:r>
            </a:p>
          </p:txBody>
        </p: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14574362-D58C-9B74-0B9D-84F2494E841F}"/>
                </a:ext>
              </a:extLst>
            </p:cNvPr>
            <p:cNvCxnSpPr>
              <a:cxnSpLocks/>
            </p:cNvCxnSpPr>
            <p:nvPr/>
          </p:nvCxnSpPr>
          <p:spPr>
            <a:xfrm>
              <a:off x="27552766" y="12436570"/>
              <a:ext cx="0" cy="534860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7D1C05B6-4D84-855F-D831-C0BB04181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38125" y="17762661"/>
              <a:ext cx="1788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2C63D014-50B5-FD86-0CA5-90D92D71B4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38124" y="12458916"/>
              <a:ext cx="1788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7225533E-D572-0CE0-E276-79222D070D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38122" y="15110869"/>
              <a:ext cx="1788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TextBox 193">
            <a:extLst>
              <a:ext uri="{FF2B5EF4-FFF2-40B4-BE49-F238E27FC236}">
                <a16:creationId xmlns:a16="http://schemas.microsoft.com/office/drawing/2014/main" id="{01428F5F-F3A5-0721-C78B-32DA422DB683}"/>
              </a:ext>
            </a:extLst>
          </p:cNvPr>
          <p:cNvSpPr txBox="1"/>
          <p:nvPr/>
        </p:nvSpPr>
        <p:spPr>
          <a:xfrm>
            <a:off x="20774033" y="14812903"/>
            <a:ext cx="225305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/>
              <a:t>Response</a:t>
            </a:r>
          </a:p>
          <a:p>
            <a:r>
              <a:rPr lang="en-US" sz="1900" dirty="0"/>
              <a:t>metric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EC8067-8826-CD99-7273-64094B2C0A44}"/>
              </a:ext>
            </a:extLst>
          </p:cNvPr>
          <p:cNvSpPr txBox="1"/>
          <p:nvPr/>
        </p:nvSpPr>
        <p:spPr>
          <a:xfrm>
            <a:off x="11282685" y="20453693"/>
            <a:ext cx="3128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Sign-aligned </a:t>
            </a:r>
            <a:r>
              <a:rPr lang="el-GR" dirty="0"/>
              <a:t>β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5113F-4EB3-347E-02BD-44950EF85269}"/>
              </a:ext>
            </a:extLst>
          </p:cNvPr>
          <p:cNvSpPr txBox="1"/>
          <p:nvPr/>
        </p:nvSpPr>
        <p:spPr>
          <a:xfrm>
            <a:off x="16965300" y="20453693"/>
            <a:ext cx="31289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Sign-aligned </a:t>
            </a:r>
            <a:r>
              <a:rPr lang="el-GR" dirty="0"/>
              <a:t>β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C881BB-F81D-5B2F-69D0-C79EBCA1B22D}"/>
              </a:ext>
            </a:extLst>
          </p:cNvPr>
          <p:cNvSpPr txBox="1"/>
          <p:nvPr/>
        </p:nvSpPr>
        <p:spPr>
          <a:xfrm>
            <a:off x="15704345" y="17516077"/>
            <a:ext cx="2797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Sauropsida</a:t>
            </a:r>
            <a:r>
              <a:rPr lang="en-US" dirty="0"/>
              <a:t> main model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58AD4A-CC46-74BC-4093-1D5D58052330}"/>
              </a:ext>
            </a:extLst>
          </p:cNvPr>
          <p:cNvSpPr txBox="1"/>
          <p:nvPr/>
        </p:nvSpPr>
        <p:spPr>
          <a:xfrm>
            <a:off x="18538558" y="17512854"/>
            <a:ext cx="1954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repeats predictors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8785A8-7BCF-AF9F-7910-EC6A0B90807A}"/>
              </a:ext>
            </a:extLst>
          </p:cNvPr>
          <p:cNvSpPr txBox="1"/>
          <p:nvPr/>
        </p:nvSpPr>
        <p:spPr>
          <a:xfrm>
            <a:off x="10022199" y="17507995"/>
            <a:ext cx="2797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Actinopterygii main model set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2686A0-7720-BB05-3901-CF97BD4A543E}"/>
              </a:ext>
            </a:extLst>
          </p:cNvPr>
          <p:cNvSpPr txBox="1"/>
          <p:nvPr/>
        </p:nvSpPr>
        <p:spPr>
          <a:xfrm>
            <a:off x="12856412" y="17504772"/>
            <a:ext cx="1954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repeats predictors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47AE2E-2929-9D86-0084-9B3F841421CB}"/>
              </a:ext>
            </a:extLst>
          </p:cNvPr>
          <p:cNvSpPr txBox="1"/>
          <p:nvPr/>
        </p:nvSpPr>
        <p:spPr>
          <a:xfrm>
            <a:off x="10019814" y="14467134"/>
            <a:ext cx="2797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All species main model set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3A5B39-8F60-85A4-31AA-5762F919C800}"/>
              </a:ext>
            </a:extLst>
          </p:cNvPr>
          <p:cNvSpPr txBox="1"/>
          <p:nvPr/>
        </p:nvSpPr>
        <p:spPr>
          <a:xfrm>
            <a:off x="12854027" y="14463911"/>
            <a:ext cx="1954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repeats predictors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A936E3-726E-C2E7-17CC-E398FC4D63C9}"/>
              </a:ext>
            </a:extLst>
          </p:cNvPr>
          <p:cNvSpPr txBox="1"/>
          <p:nvPr/>
        </p:nvSpPr>
        <p:spPr>
          <a:xfrm>
            <a:off x="15700231" y="14460199"/>
            <a:ext cx="2797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Mammalia main model set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ABC90B-3EA6-9049-767F-C98D8B1E62A4}"/>
              </a:ext>
            </a:extLst>
          </p:cNvPr>
          <p:cNvSpPr txBox="1"/>
          <p:nvPr/>
        </p:nvSpPr>
        <p:spPr>
          <a:xfrm>
            <a:off x="18534444" y="14456976"/>
            <a:ext cx="1954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repeats predictors</a:t>
            </a:r>
          </a:p>
        </p:txBody>
      </p:sp>
    </p:spTree>
    <p:extLst>
      <p:ext uri="{BB962C8B-B14F-4D97-AF65-F5344CB8AC3E}">
        <p14:creationId xmlns:p14="http://schemas.microsoft.com/office/powerpoint/2010/main" val="3009099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3842</TotalTime>
  <Words>161</Words>
  <Application>Microsoft Office PowerPoint</Application>
  <PresentationFormat>Custom</PresentationFormat>
  <Paragraphs>81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Office Theme</vt:lpstr>
      <vt:lpstr>Packager Shell Object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Tomoni Minamoto</dc:creator>
  <cp:lastModifiedBy>Zhaobo Hu</cp:lastModifiedBy>
  <cp:revision>232</cp:revision>
  <dcterms:created xsi:type="dcterms:W3CDTF">2014-10-11T23:18:25Z</dcterms:created>
  <dcterms:modified xsi:type="dcterms:W3CDTF">2026-05-20T18:48:48Z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8202f9-8d41-4950-b014-f183e397b746_Enabled">
    <vt:lpwstr>true</vt:lpwstr>
  </property>
  <property fmtid="{D5CDD505-2E9C-101B-9397-08002B2CF9AE}" pid="3" name="MSIP_Label_638202f9-8d41-4950-b014-f183e397b746_SetDate">
    <vt:lpwstr>2026-05-17T01:19:50Z</vt:lpwstr>
  </property>
  <property fmtid="{D5CDD505-2E9C-101B-9397-08002B2CF9AE}" pid="4" name="MSIP_Label_638202f9-8d41-4950-b014-f183e397b746_Method">
    <vt:lpwstr>Standard</vt:lpwstr>
  </property>
  <property fmtid="{D5CDD505-2E9C-101B-9397-08002B2CF9AE}" pid="5" name="MSIP_Label_638202f9-8d41-4950-b014-f183e397b746_Name">
    <vt:lpwstr>defa4170-0d19-0005-0004-bc88714345d2</vt:lpwstr>
  </property>
  <property fmtid="{D5CDD505-2E9C-101B-9397-08002B2CF9AE}" pid="6" name="MSIP_Label_638202f9-8d41-4950-b014-f183e397b746_SiteId">
    <vt:lpwstr>13b3b0ce-cd75-49a4-bfea-0a03b01ff1ab</vt:lpwstr>
  </property>
  <property fmtid="{D5CDD505-2E9C-101B-9397-08002B2CF9AE}" pid="7" name="MSIP_Label_638202f9-8d41-4950-b014-f183e397b746_ActionId">
    <vt:lpwstr>7186205e-f81f-4adf-9b57-a268fae9f835</vt:lpwstr>
  </property>
  <property fmtid="{D5CDD505-2E9C-101B-9397-08002B2CF9AE}" pid="8" name="MSIP_Label_638202f9-8d41-4950-b014-f183e397b746_ContentBits">
    <vt:lpwstr>0</vt:lpwstr>
  </property>
  <property fmtid="{D5CDD505-2E9C-101B-9397-08002B2CF9AE}" pid="9" name="MSIP_Label_638202f9-8d41-4950-b014-f183e397b746_Tag">
    <vt:lpwstr>10, 3, 0, 1</vt:lpwstr>
  </property>
</Properties>
</file>