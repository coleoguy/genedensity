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3405" autoAdjust="0"/>
  </p:normalViewPr>
  <p:slideViewPr>
    <p:cSldViewPr snapToGrid="0">
      <p:cViewPr varScale="1">
        <p:scale>
          <a:sx n="22" d="100"/>
          <a:sy n="22" d="100"/>
        </p:scale>
        <p:origin x="2226" y="72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F8192391-0F5A-F4C8-E315-01710A054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75" r="13691"/>
          <a:stretch>
            <a:fillRect/>
          </a:stretch>
        </p:blipFill>
        <p:spPr>
          <a:xfrm>
            <a:off x="1088571" y="8619527"/>
            <a:ext cx="30480000" cy="1567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FB88E952-D144-DC59-3B8B-7EC333D31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221" t="13702" r="27054" b="21921"/>
          <a:stretch>
            <a:fillRect/>
          </a:stretch>
        </p:blipFill>
        <p:spPr>
          <a:xfrm>
            <a:off x="17433830" y="16667196"/>
            <a:ext cx="4008260" cy="2346836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CE7E4CD-D2CC-2430-163D-3C318E345A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35" t="14138" r="26891" b="21956"/>
          <a:stretch>
            <a:fillRect/>
          </a:stretch>
        </p:blipFill>
        <p:spPr>
          <a:xfrm>
            <a:off x="11915966" y="16684425"/>
            <a:ext cx="4026503" cy="2329607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4FB4A54D-469E-D8D0-7BFE-00B8AEE9DE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243" t="13067" r="27032" b="21293"/>
          <a:stretch>
            <a:fillRect/>
          </a:stretch>
        </p:blipFill>
        <p:spPr>
          <a:xfrm>
            <a:off x="17436211" y="13617890"/>
            <a:ext cx="4008260" cy="239282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34C1A499-9DA0-4BE8-22A9-09EF4DD4ADA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145" t="14094" r="26325" b="21977"/>
          <a:stretch>
            <a:fillRect/>
          </a:stretch>
        </p:blipFill>
        <p:spPr>
          <a:xfrm>
            <a:off x="11915966" y="13656438"/>
            <a:ext cx="4067228" cy="23304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8FCD40-10C3-5F50-C35A-12E4AC9F32AF}"/>
              </a:ext>
            </a:extLst>
          </p:cNvPr>
          <p:cNvSpPr txBox="1"/>
          <p:nvPr/>
        </p:nvSpPr>
        <p:spPr>
          <a:xfrm>
            <a:off x="12068969" y="15974218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1D0916-740E-9B20-2CF6-D2307702BA9F}"/>
              </a:ext>
            </a:extLst>
          </p:cNvPr>
          <p:cNvSpPr txBox="1"/>
          <p:nvPr/>
        </p:nvSpPr>
        <p:spPr>
          <a:xfrm>
            <a:off x="12316619" y="15974217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C99FB-7CD5-8D22-47D5-49F72E57A4C2}"/>
              </a:ext>
            </a:extLst>
          </p:cNvPr>
          <p:cNvSpPr txBox="1"/>
          <p:nvPr/>
        </p:nvSpPr>
        <p:spPr>
          <a:xfrm>
            <a:off x="12564270" y="1597421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FCF61-6E5E-F917-7DA2-D5C9736F9574}"/>
              </a:ext>
            </a:extLst>
          </p:cNvPr>
          <p:cNvSpPr txBox="1"/>
          <p:nvPr/>
        </p:nvSpPr>
        <p:spPr>
          <a:xfrm>
            <a:off x="12814300" y="1597421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3F319D-CF11-36B3-394A-06BEA28677AF}"/>
              </a:ext>
            </a:extLst>
          </p:cNvPr>
          <p:cNvSpPr txBox="1"/>
          <p:nvPr/>
        </p:nvSpPr>
        <p:spPr>
          <a:xfrm>
            <a:off x="13061855" y="15974215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62A77B-F1A1-BEAB-C368-0FC1100197F7}"/>
              </a:ext>
            </a:extLst>
          </p:cNvPr>
          <p:cNvSpPr txBox="1"/>
          <p:nvPr/>
        </p:nvSpPr>
        <p:spPr>
          <a:xfrm>
            <a:off x="13310837" y="1597421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D6B6EF-B473-069B-FBFC-ED1FC029D187}"/>
              </a:ext>
            </a:extLst>
          </p:cNvPr>
          <p:cNvSpPr txBox="1"/>
          <p:nvPr/>
        </p:nvSpPr>
        <p:spPr>
          <a:xfrm>
            <a:off x="13560174" y="1597420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6A31F6-DD37-A46C-E14C-AC8705D85C3C}"/>
              </a:ext>
            </a:extLst>
          </p:cNvPr>
          <p:cNvSpPr txBox="1"/>
          <p:nvPr/>
        </p:nvSpPr>
        <p:spPr>
          <a:xfrm>
            <a:off x="14117638" y="1597421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5E1DB5-2B51-7A30-1CD6-3045CFB9CBA3}"/>
              </a:ext>
            </a:extLst>
          </p:cNvPr>
          <p:cNvSpPr txBox="1"/>
          <p:nvPr/>
        </p:nvSpPr>
        <p:spPr>
          <a:xfrm>
            <a:off x="14364239" y="1597421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AA3B3-E2A4-DE33-D949-C2EAC79BC3B1}"/>
              </a:ext>
            </a:extLst>
          </p:cNvPr>
          <p:cNvSpPr txBox="1"/>
          <p:nvPr/>
        </p:nvSpPr>
        <p:spPr>
          <a:xfrm>
            <a:off x="14606078" y="1597421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96FFF2-6E8C-48B5-2D4A-DBB55F47A72C}"/>
              </a:ext>
            </a:extLst>
          </p:cNvPr>
          <p:cNvSpPr txBox="1"/>
          <p:nvPr/>
        </p:nvSpPr>
        <p:spPr>
          <a:xfrm>
            <a:off x="14852748" y="15974211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80E526-57FE-509A-E6BC-70296D397979}"/>
              </a:ext>
            </a:extLst>
          </p:cNvPr>
          <p:cNvSpPr txBox="1"/>
          <p:nvPr/>
        </p:nvSpPr>
        <p:spPr>
          <a:xfrm>
            <a:off x="15098457" y="15974210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0E6D85-4AF6-A5F4-FC6A-1A6AE1475CD0}"/>
              </a:ext>
            </a:extLst>
          </p:cNvPr>
          <p:cNvSpPr txBox="1"/>
          <p:nvPr/>
        </p:nvSpPr>
        <p:spPr>
          <a:xfrm>
            <a:off x="15343186" y="15974210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721241-8093-D990-6FA3-8101A645E3B9}"/>
              </a:ext>
            </a:extLst>
          </p:cNvPr>
          <p:cNvSpPr txBox="1"/>
          <p:nvPr/>
        </p:nvSpPr>
        <p:spPr>
          <a:xfrm>
            <a:off x="15584704" y="15974209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4E9211-4BDB-313A-76BC-D9CE6E132859}"/>
              </a:ext>
            </a:extLst>
          </p:cNvPr>
          <p:cNvSpPr txBox="1"/>
          <p:nvPr/>
        </p:nvSpPr>
        <p:spPr>
          <a:xfrm>
            <a:off x="17445077" y="15974209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CE744-AD26-E22D-0DB1-E2EB1D9B7F98}"/>
              </a:ext>
            </a:extLst>
          </p:cNvPr>
          <p:cNvSpPr txBox="1"/>
          <p:nvPr/>
        </p:nvSpPr>
        <p:spPr>
          <a:xfrm>
            <a:off x="17768992" y="15974208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DFC11-1406-A288-6504-451E03745736}"/>
              </a:ext>
            </a:extLst>
          </p:cNvPr>
          <p:cNvSpPr txBox="1"/>
          <p:nvPr/>
        </p:nvSpPr>
        <p:spPr>
          <a:xfrm>
            <a:off x="18097669" y="15974208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773BF-507C-F3BF-FB08-439CB1D02937}"/>
              </a:ext>
            </a:extLst>
          </p:cNvPr>
          <p:cNvSpPr txBox="1"/>
          <p:nvPr/>
        </p:nvSpPr>
        <p:spPr>
          <a:xfrm>
            <a:off x="18424824" y="15974207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160AFC-3E31-3CE8-D574-1D757223141F}"/>
              </a:ext>
            </a:extLst>
          </p:cNvPr>
          <p:cNvSpPr txBox="1"/>
          <p:nvPr/>
        </p:nvSpPr>
        <p:spPr>
          <a:xfrm>
            <a:off x="18747217" y="15974207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9BE4AC-A491-DE0D-EE85-8581BF42F68A}"/>
              </a:ext>
            </a:extLst>
          </p:cNvPr>
          <p:cNvSpPr txBox="1"/>
          <p:nvPr/>
        </p:nvSpPr>
        <p:spPr>
          <a:xfrm>
            <a:off x="19076753" y="1597420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195BE4-F59B-5162-A1DA-3FC101962336}"/>
              </a:ext>
            </a:extLst>
          </p:cNvPr>
          <p:cNvSpPr txBox="1"/>
          <p:nvPr/>
        </p:nvSpPr>
        <p:spPr>
          <a:xfrm>
            <a:off x="19470688" y="1597420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F98687-A3D4-9125-5A28-77F14BFD2D63}"/>
              </a:ext>
            </a:extLst>
          </p:cNvPr>
          <p:cNvSpPr txBox="1"/>
          <p:nvPr/>
        </p:nvSpPr>
        <p:spPr>
          <a:xfrm>
            <a:off x="19794603" y="15974205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959A56-FD76-4B0C-0009-C4511D8D4174}"/>
              </a:ext>
            </a:extLst>
          </p:cNvPr>
          <p:cNvSpPr txBox="1"/>
          <p:nvPr/>
        </p:nvSpPr>
        <p:spPr>
          <a:xfrm>
            <a:off x="20123280" y="15974205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9186B1-680F-333A-5166-F5CC9EC943C2}"/>
              </a:ext>
            </a:extLst>
          </p:cNvPr>
          <p:cNvSpPr txBox="1"/>
          <p:nvPr/>
        </p:nvSpPr>
        <p:spPr>
          <a:xfrm>
            <a:off x="20450435" y="1597420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29038E-D2B5-8CDA-47C4-0DD1FAB90979}"/>
              </a:ext>
            </a:extLst>
          </p:cNvPr>
          <p:cNvSpPr txBox="1"/>
          <p:nvPr/>
        </p:nvSpPr>
        <p:spPr>
          <a:xfrm>
            <a:off x="20772828" y="1597420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1EF558-FBEE-756F-6127-345086C61A7C}"/>
              </a:ext>
            </a:extLst>
          </p:cNvPr>
          <p:cNvSpPr txBox="1"/>
          <p:nvPr/>
        </p:nvSpPr>
        <p:spPr>
          <a:xfrm>
            <a:off x="21102364" y="1597420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B3110B-2775-F089-909D-10DCAA69D746}"/>
              </a:ext>
            </a:extLst>
          </p:cNvPr>
          <p:cNvSpPr txBox="1"/>
          <p:nvPr/>
        </p:nvSpPr>
        <p:spPr>
          <a:xfrm>
            <a:off x="12040395" y="1900134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917313-55EE-C0B9-4590-7056BBA52849}"/>
              </a:ext>
            </a:extLst>
          </p:cNvPr>
          <p:cNvSpPr txBox="1"/>
          <p:nvPr/>
        </p:nvSpPr>
        <p:spPr>
          <a:xfrm>
            <a:off x="12804775" y="1900134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A82166-DEB8-89AB-2176-57EE3FBBE70A}"/>
              </a:ext>
            </a:extLst>
          </p:cNvPr>
          <p:cNvSpPr txBox="1"/>
          <p:nvPr/>
        </p:nvSpPr>
        <p:spPr>
          <a:xfrm>
            <a:off x="13567571" y="1900134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1288F6-6B89-7A9F-D8FA-F3633D582870}"/>
              </a:ext>
            </a:extLst>
          </p:cNvPr>
          <p:cNvSpPr txBox="1"/>
          <p:nvPr/>
        </p:nvSpPr>
        <p:spPr>
          <a:xfrm>
            <a:off x="13154628" y="19001341"/>
            <a:ext cx="407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0.5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44430D-3B7B-D697-C1DE-E583166ED7FE}"/>
              </a:ext>
            </a:extLst>
          </p:cNvPr>
          <p:cNvSpPr txBox="1"/>
          <p:nvPr/>
        </p:nvSpPr>
        <p:spPr>
          <a:xfrm>
            <a:off x="12367219" y="19001341"/>
            <a:ext cx="45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-0.5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8D9860-CF1D-F8DB-D0D6-57D4366633F3}"/>
              </a:ext>
            </a:extLst>
          </p:cNvPr>
          <p:cNvSpPr txBox="1"/>
          <p:nvPr/>
        </p:nvSpPr>
        <p:spPr>
          <a:xfrm>
            <a:off x="14092234" y="1900134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A550B2-176A-6F12-F663-5296C4A0095E}"/>
              </a:ext>
            </a:extLst>
          </p:cNvPr>
          <p:cNvSpPr txBox="1"/>
          <p:nvPr/>
        </p:nvSpPr>
        <p:spPr>
          <a:xfrm>
            <a:off x="14844709" y="1900134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E0A588-03AF-4025-7C36-3C0029BE907E}"/>
              </a:ext>
            </a:extLst>
          </p:cNvPr>
          <p:cNvSpPr txBox="1"/>
          <p:nvPr/>
        </p:nvSpPr>
        <p:spPr>
          <a:xfrm>
            <a:off x="15602743" y="1900134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DBBD69-F065-8BBD-0E58-AC0FA61D90C9}"/>
              </a:ext>
            </a:extLst>
          </p:cNvPr>
          <p:cNvSpPr txBox="1"/>
          <p:nvPr/>
        </p:nvSpPr>
        <p:spPr>
          <a:xfrm>
            <a:off x="15187419" y="19001341"/>
            <a:ext cx="407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0.5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3A828B-3F64-C12E-FCCB-987C64EBC6D2}"/>
              </a:ext>
            </a:extLst>
          </p:cNvPr>
          <p:cNvSpPr txBox="1"/>
          <p:nvPr/>
        </p:nvSpPr>
        <p:spPr>
          <a:xfrm>
            <a:off x="14411915" y="19001341"/>
            <a:ext cx="45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-0.5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BF4356-B37C-532A-471E-B498B0FC4945}"/>
              </a:ext>
            </a:extLst>
          </p:cNvPr>
          <p:cNvSpPr txBox="1"/>
          <p:nvPr/>
        </p:nvSpPr>
        <p:spPr>
          <a:xfrm>
            <a:off x="17505269" y="19004694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89ED85-B426-4811-7F82-3672715B1E95}"/>
              </a:ext>
            </a:extLst>
          </p:cNvPr>
          <p:cNvSpPr txBox="1"/>
          <p:nvPr/>
        </p:nvSpPr>
        <p:spPr>
          <a:xfrm>
            <a:off x="17849162" y="19001341"/>
            <a:ext cx="4611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-0.5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7C5666-7311-2515-F938-970B7DA62232}"/>
              </a:ext>
            </a:extLst>
          </p:cNvPr>
          <p:cNvSpPr txBox="1"/>
          <p:nvPr/>
        </p:nvSpPr>
        <p:spPr>
          <a:xfrm>
            <a:off x="18313893" y="19001332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6CC9EB-E9AA-7C59-B356-748946C83BE4}"/>
              </a:ext>
            </a:extLst>
          </p:cNvPr>
          <p:cNvSpPr txBox="1"/>
          <p:nvPr/>
        </p:nvSpPr>
        <p:spPr>
          <a:xfrm>
            <a:off x="18635361" y="19001331"/>
            <a:ext cx="50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0.5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D7A18B-2F01-7883-0030-D14FA697BF6E}"/>
              </a:ext>
            </a:extLst>
          </p:cNvPr>
          <p:cNvSpPr txBox="1"/>
          <p:nvPr/>
        </p:nvSpPr>
        <p:spPr>
          <a:xfrm>
            <a:off x="19121137" y="19001330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F6B63F-0C6F-8251-58D9-558045B3AED0}"/>
              </a:ext>
            </a:extLst>
          </p:cNvPr>
          <p:cNvSpPr txBox="1"/>
          <p:nvPr/>
        </p:nvSpPr>
        <p:spPr>
          <a:xfrm>
            <a:off x="10254063" y="1551967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proportion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BAB527-1E4F-6584-3F04-124F43FAD108}"/>
              </a:ext>
            </a:extLst>
          </p:cNvPr>
          <p:cNvSpPr txBox="1"/>
          <p:nvPr/>
        </p:nvSpPr>
        <p:spPr>
          <a:xfrm>
            <a:off x="10254063" y="1530535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LTR proportion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119EE48-36C7-2F90-95A2-70E00A27E616}"/>
              </a:ext>
            </a:extLst>
          </p:cNvPr>
          <p:cNvSpPr txBox="1"/>
          <p:nvPr/>
        </p:nvSpPr>
        <p:spPr>
          <a:xfrm>
            <a:off x="10254061" y="1466121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Unknown age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5BE5EA-D37E-4FE9-8613-500C30F1125F}"/>
              </a:ext>
            </a:extLst>
          </p:cNvPr>
          <p:cNvSpPr txBox="1"/>
          <p:nvPr/>
        </p:nvSpPr>
        <p:spPr>
          <a:xfrm>
            <a:off x="10254061" y="14874340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DNA proportion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CEA434B-4745-01F4-46B1-6F0EDC994956}"/>
              </a:ext>
            </a:extLst>
          </p:cNvPr>
          <p:cNvSpPr txBox="1"/>
          <p:nvPr/>
        </p:nvSpPr>
        <p:spPr>
          <a:xfrm>
            <a:off x="10254060" y="15091505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proportion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737D8B8-34C6-AFDD-876B-3522BC31D684}"/>
              </a:ext>
            </a:extLst>
          </p:cNvPr>
          <p:cNvSpPr txBox="1"/>
          <p:nvPr/>
        </p:nvSpPr>
        <p:spPr>
          <a:xfrm>
            <a:off x="10254061" y="1444343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 x prop.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4E579DB-323D-8E02-A92E-2457CE852EF8}"/>
              </a:ext>
            </a:extLst>
          </p:cNvPr>
          <p:cNvSpPr txBox="1"/>
          <p:nvPr/>
        </p:nvSpPr>
        <p:spPr>
          <a:xfrm>
            <a:off x="10254061" y="14230108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91FEB1-C23D-4C85-19C4-AD4E155FE5D1}"/>
              </a:ext>
            </a:extLst>
          </p:cNvPr>
          <p:cNvSpPr txBox="1"/>
          <p:nvPr/>
        </p:nvSpPr>
        <p:spPr>
          <a:xfrm>
            <a:off x="10254060" y="14015796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LTR age x prop.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8895EB-DA35-91DF-7EF2-6A3784F97B56}"/>
              </a:ext>
            </a:extLst>
          </p:cNvPr>
          <p:cNvSpPr txBox="1"/>
          <p:nvPr/>
        </p:nvSpPr>
        <p:spPr>
          <a:xfrm>
            <a:off x="10254060" y="1380203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age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A5DC0B7-A43A-ED6F-A95F-554209E19714}"/>
              </a:ext>
            </a:extLst>
          </p:cNvPr>
          <p:cNvSpPr txBox="1"/>
          <p:nvPr/>
        </p:nvSpPr>
        <p:spPr>
          <a:xfrm>
            <a:off x="15767873" y="1391109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age x prop.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5470715-D0E5-4C36-319F-460BB8E4F41C}"/>
              </a:ext>
            </a:extLst>
          </p:cNvPr>
          <p:cNvSpPr txBox="1"/>
          <p:nvPr/>
        </p:nvSpPr>
        <p:spPr>
          <a:xfrm>
            <a:off x="15766610" y="1428724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453CD2C-03E0-93E6-0B16-C92F18D33472}"/>
              </a:ext>
            </a:extLst>
          </p:cNvPr>
          <p:cNvSpPr txBox="1"/>
          <p:nvPr/>
        </p:nvSpPr>
        <p:spPr>
          <a:xfrm>
            <a:off x="15765492" y="1465945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 x prop.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81C070B-D2B5-3351-CF79-04FEF927CAF7}"/>
              </a:ext>
            </a:extLst>
          </p:cNvPr>
          <p:cNvSpPr txBox="1"/>
          <p:nvPr/>
        </p:nvSpPr>
        <p:spPr>
          <a:xfrm>
            <a:off x="15764891" y="1503207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DNA proportion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8B2C7D9-7595-89D8-B484-B437AB593CAA}"/>
              </a:ext>
            </a:extLst>
          </p:cNvPr>
          <p:cNvSpPr txBox="1"/>
          <p:nvPr/>
        </p:nvSpPr>
        <p:spPr>
          <a:xfrm>
            <a:off x="15766610" y="15407629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proportion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7857918-917B-BA48-0250-D81886DBE8BF}"/>
              </a:ext>
            </a:extLst>
          </p:cNvPr>
          <p:cNvSpPr txBox="1"/>
          <p:nvPr/>
        </p:nvSpPr>
        <p:spPr>
          <a:xfrm>
            <a:off x="10254061" y="17092495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Others age x prop.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DAB623B-BDFB-A5CD-1BFE-CFB90A1ACB5F}"/>
              </a:ext>
            </a:extLst>
          </p:cNvPr>
          <p:cNvSpPr txBox="1"/>
          <p:nvPr/>
        </p:nvSpPr>
        <p:spPr>
          <a:xfrm>
            <a:off x="10251994" y="17687298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Others proportion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334C90F-6C10-8444-7283-C973F18D0E21}"/>
              </a:ext>
            </a:extLst>
          </p:cNvPr>
          <p:cNvSpPr txBox="1"/>
          <p:nvPr/>
        </p:nvSpPr>
        <p:spPr>
          <a:xfrm>
            <a:off x="10251680" y="18280319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proportion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13559C-516D-2A0B-3574-C593CF5CCC86}"/>
              </a:ext>
            </a:extLst>
          </p:cNvPr>
          <p:cNvSpPr txBox="1"/>
          <p:nvPr/>
        </p:nvSpPr>
        <p:spPr>
          <a:xfrm>
            <a:off x="10572463" y="13350197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all species (3783 models)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7518695-F5C2-B06E-F813-C03ECD051776}"/>
              </a:ext>
            </a:extLst>
          </p:cNvPr>
          <p:cNvSpPr txBox="1"/>
          <p:nvPr/>
        </p:nvSpPr>
        <p:spPr>
          <a:xfrm>
            <a:off x="14076558" y="13348661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 species dropped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CF9B75-341F-683A-9DF2-BA4F3F993C56}"/>
              </a:ext>
            </a:extLst>
          </p:cNvPr>
          <p:cNvSpPr txBox="1"/>
          <p:nvPr/>
        </p:nvSpPr>
        <p:spPr>
          <a:xfrm>
            <a:off x="16088138" y="13349486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Mammalia (2428 models)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D87292E-543D-0BC6-9CA1-859301F6161A}"/>
              </a:ext>
            </a:extLst>
          </p:cNvPr>
          <p:cNvSpPr txBox="1"/>
          <p:nvPr/>
        </p:nvSpPr>
        <p:spPr>
          <a:xfrm>
            <a:off x="19584492" y="13349095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 species dropped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6B21C64-CD62-2598-32F8-0829BFE8FA04}"/>
              </a:ext>
            </a:extLst>
          </p:cNvPr>
          <p:cNvSpPr txBox="1"/>
          <p:nvPr/>
        </p:nvSpPr>
        <p:spPr>
          <a:xfrm>
            <a:off x="10572463" y="16379046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Actinopterygii (1866 models)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283E6C1-1DE0-A7AC-3C4F-361B859638C9}"/>
              </a:ext>
            </a:extLst>
          </p:cNvPr>
          <p:cNvSpPr txBox="1"/>
          <p:nvPr/>
        </p:nvSpPr>
        <p:spPr>
          <a:xfrm>
            <a:off x="14076558" y="16377510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species dropped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33C608-ABF1-551B-A60C-6EBEF00FD9B0}"/>
              </a:ext>
            </a:extLst>
          </p:cNvPr>
          <p:cNvSpPr txBox="1"/>
          <p:nvPr/>
        </p:nvSpPr>
        <p:spPr>
          <a:xfrm>
            <a:off x="16088138" y="16377040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</a:t>
            </a:r>
            <a:r>
              <a:rPr lang="en-US" dirty="0" err="1"/>
              <a:t>Sauropsida</a:t>
            </a:r>
            <a:r>
              <a:rPr lang="en-US" dirty="0"/>
              <a:t> (729 models)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C759011-4FC7-F15A-2F7D-818D48C9C67D}"/>
              </a:ext>
            </a:extLst>
          </p:cNvPr>
          <p:cNvSpPr txBox="1"/>
          <p:nvPr/>
        </p:nvSpPr>
        <p:spPr>
          <a:xfrm>
            <a:off x="19584492" y="16376649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 species dropped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1831138-8A15-C786-7EED-4878851405D7}"/>
              </a:ext>
            </a:extLst>
          </p:cNvPr>
          <p:cNvSpPr txBox="1"/>
          <p:nvPr/>
        </p:nvSpPr>
        <p:spPr>
          <a:xfrm>
            <a:off x="17945889" y="19293583"/>
            <a:ext cx="3127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820E75C-25D3-1FAF-D190-43855E99FD4E}"/>
              </a:ext>
            </a:extLst>
          </p:cNvPr>
          <p:cNvSpPr txBox="1"/>
          <p:nvPr/>
        </p:nvSpPr>
        <p:spPr>
          <a:xfrm>
            <a:off x="12369146" y="19310066"/>
            <a:ext cx="3127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70526C40-A766-5508-F8B7-190940D4710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2582" t="21697" r="10049" b="63999"/>
          <a:stretch>
            <a:fillRect/>
          </a:stretch>
        </p:blipFill>
        <p:spPr>
          <a:xfrm>
            <a:off x="21276446" y="14477760"/>
            <a:ext cx="1811622" cy="850123"/>
          </a:xfrm>
          <a:prstGeom prst="rect">
            <a:avLst/>
          </a:prstGeom>
        </p:spPr>
      </p:pic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43378AC-F4D7-C74C-00B0-DAF3BCBC51C8}"/>
              </a:ext>
            </a:extLst>
          </p:cNvPr>
          <p:cNvGrpSpPr/>
          <p:nvPr/>
        </p:nvGrpSpPr>
        <p:grpSpPr>
          <a:xfrm>
            <a:off x="21599439" y="15554947"/>
            <a:ext cx="3436207" cy="3316189"/>
            <a:chOff x="22197688" y="19295876"/>
            <a:chExt cx="3436207" cy="3316189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406FC7C-4BCF-9422-7E77-57ECA3A0A8DF}"/>
                </a:ext>
              </a:extLst>
            </p:cNvPr>
            <p:cNvSpPr txBox="1"/>
            <p:nvPr/>
          </p:nvSpPr>
          <p:spPr>
            <a:xfrm>
              <a:off x="23075506" y="22304288"/>
              <a:ext cx="25583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0.5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4486D64-59D3-CE30-ECB8-0E764C3C00C3}"/>
                </a:ext>
              </a:extLst>
            </p:cNvPr>
            <p:cNvSpPr txBox="1"/>
            <p:nvPr/>
          </p:nvSpPr>
          <p:spPr>
            <a:xfrm>
              <a:off x="23075506" y="19295876"/>
              <a:ext cx="25583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C29F38E-2D4C-C66C-3F76-DBBEF6E8F3DD}"/>
                </a:ext>
              </a:extLst>
            </p:cNvPr>
            <p:cNvSpPr txBox="1"/>
            <p:nvPr/>
          </p:nvSpPr>
          <p:spPr>
            <a:xfrm>
              <a:off x="23075506" y="20799937"/>
              <a:ext cx="25583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0.75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B370C637-52AF-C0F4-1DD3-C01F361E89FF}"/>
                </a:ext>
              </a:extLst>
            </p:cNvPr>
            <p:cNvGrpSpPr/>
            <p:nvPr/>
          </p:nvGrpSpPr>
          <p:grpSpPr>
            <a:xfrm>
              <a:off x="22197688" y="19439268"/>
              <a:ext cx="862338" cy="3033525"/>
              <a:chOff x="22197688" y="19439268"/>
              <a:chExt cx="862338" cy="3033525"/>
            </a:xfrm>
          </p:grpSpPr>
          <p:pic>
            <p:nvPicPr>
              <p:cNvPr id="121" name="Picture 120">
                <a:extLst>
                  <a:ext uri="{FF2B5EF4-FFF2-40B4-BE49-F238E27FC236}">
                    <a16:creationId xmlns:a16="http://schemas.microsoft.com/office/drawing/2014/main" id="{C7F36B1D-DDFC-3D88-47A2-D093EBDC41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l="77335" t="70454" r="2272" b="27368"/>
              <a:stretch>
                <a:fillRect/>
              </a:stretch>
            </p:blipFill>
            <p:spPr>
              <a:xfrm rot="16200000">
                <a:off x="21236269" y="20777491"/>
                <a:ext cx="3033524" cy="357080"/>
              </a:xfrm>
              <a:prstGeom prst="rect">
                <a:avLst/>
              </a:prstGeom>
            </p:spPr>
          </p:pic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DC264A71-BF68-5923-C7D5-A982A2CB70E2}"/>
                  </a:ext>
                </a:extLst>
              </p:cNvPr>
              <p:cNvSpPr txBox="1"/>
              <p:nvPr/>
            </p:nvSpPr>
            <p:spPr>
              <a:xfrm rot="16200000">
                <a:off x="21087770" y="20786752"/>
                <a:ext cx="255838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Variable importance</a:t>
                </a:r>
              </a:p>
            </p:txBody>
          </p: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2AB9730-4A43-F1E3-E438-17158F6250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970490" y="19439268"/>
                <a:ext cx="0" cy="303352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74C115B7-3309-DB18-0E44-533F1C27E9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8585" y="22460380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919B9B79-070D-7C17-4435-5A06FADD56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8584" y="19451587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241B54AC-B8C6-5386-1328-781DCBD37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8583" y="20956029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5FA7343D-ADAB-CB26-26BE-BCE357510971}"/>
              </a:ext>
            </a:extLst>
          </p:cNvPr>
          <p:cNvSpPr txBox="1"/>
          <p:nvPr/>
        </p:nvSpPr>
        <p:spPr>
          <a:xfrm>
            <a:off x="21582555" y="13827276"/>
            <a:ext cx="20396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Response</a:t>
            </a:r>
          </a:p>
          <a:p>
            <a:r>
              <a:rPr lang="en-US" sz="1600" dirty="0"/>
              <a:t>metric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CB2203-CECE-98A9-9454-68C6E6F2FD38}"/>
              </a:ext>
            </a:extLst>
          </p:cNvPr>
          <p:cNvSpPr txBox="1"/>
          <p:nvPr/>
        </p:nvSpPr>
        <p:spPr>
          <a:xfrm>
            <a:off x="15767589" y="16841465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age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D832C8-B45A-7A19-DFB6-216BD5ADAABB}"/>
              </a:ext>
            </a:extLst>
          </p:cNvPr>
          <p:cNvSpPr txBox="1"/>
          <p:nvPr/>
        </p:nvSpPr>
        <p:spPr>
          <a:xfrm>
            <a:off x="15767272" y="17084292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LTR age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284523-594E-75D4-CBD9-EB8DD9A8CF49}"/>
              </a:ext>
            </a:extLst>
          </p:cNvPr>
          <p:cNvSpPr txBox="1"/>
          <p:nvPr/>
        </p:nvSpPr>
        <p:spPr>
          <a:xfrm>
            <a:off x="15767270" y="17324800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F58A6A-48AD-0953-A58A-923FD8B1A97C}"/>
              </a:ext>
            </a:extLst>
          </p:cNvPr>
          <p:cNvSpPr txBox="1"/>
          <p:nvPr/>
        </p:nvSpPr>
        <p:spPr>
          <a:xfrm>
            <a:off x="15767269" y="1756530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Unknown age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2424BB6-AA91-5C95-1539-0E3024AF6337}"/>
              </a:ext>
            </a:extLst>
          </p:cNvPr>
          <p:cNvSpPr txBox="1"/>
          <p:nvPr/>
        </p:nvSpPr>
        <p:spPr>
          <a:xfrm>
            <a:off x="15767268" y="17805815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proportion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207BA9-6031-2D2A-2E78-C092EE83FE0D}"/>
              </a:ext>
            </a:extLst>
          </p:cNvPr>
          <p:cNvSpPr txBox="1"/>
          <p:nvPr/>
        </p:nvSpPr>
        <p:spPr>
          <a:xfrm>
            <a:off x="15767266" y="1804632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LTR proportion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3E4B6B6-0BE3-EEAC-B7F8-79E4D1F043AE}"/>
              </a:ext>
            </a:extLst>
          </p:cNvPr>
          <p:cNvSpPr txBox="1"/>
          <p:nvPr/>
        </p:nvSpPr>
        <p:spPr>
          <a:xfrm>
            <a:off x="15767264" y="18286832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Others proportion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E2CC2D5-DD53-467D-F9DD-85ACC78EE533}"/>
              </a:ext>
            </a:extLst>
          </p:cNvPr>
          <p:cNvSpPr txBox="1"/>
          <p:nvPr/>
        </p:nvSpPr>
        <p:spPr>
          <a:xfrm>
            <a:off x="15767262" y="1852734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Unknown proportion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BA5DF6B-146F-5548-4FDC-163284C3CA2F}"/>
              </a:ext>
            </a:extLst>
          </p:cNvPr>
          <p:cNvSpPr txBox="1"/>
          <p:nvPr/>
        </p:nvSpPr>
        <p:spPr>
          <a:xfrm>
            <a:off x="19555674" y="19006092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3875274-BFBB-95DB-55C5-13F343F78556}"/>
              </a:ext>
            </a:extLst>
          </p:cNvPr>
          <p:cNvSpPr txBox="1"/>
          <p:nvPr/>
        </p:nvSpPr>
        <p:spPr>
          <a:xfrm>
            <a:off x="19894805" y="19002739"/>
            <a:ext cx="4611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-0.5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962860-9071-E035-7108-A5C487337509}"/>
              </a:ext>
            </a:extLst>
          </p:cNvPr>
          <p:cNvSpPr txBox="1"/>
          <p:nvPr/>
        </p:nvSpPr>
        <p:spPr>
          <a:xfrm>
            <a:off x="20352393" y="19002730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0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C727A33-969C-ECD1-2D29-0700EA484B6D}"/>
              </a:ext>
            </a:extLst>
          </p:cNvPr>
          <p:cNvSpPr txBox="1"/>
          <p:nvPr/>
        </p:nvSpPr>
        <p:spPr>
          <a:xfrm>
            <a:off x="20669099" y="19002729"/>
            <a:ext cx="50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0.5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B7DD4AF-8936-04A4-0884-CCBF6AB80F4C}"/>
              </a:ext>
            </a:extLst>
          </p:cNvPr>
          <p:cNvSpPr txBox="1"/>
          <p:nvPr/>
        </p:nvSpPr>
        <p:spPr>
          <a:xfrm>
            <a:off x="21147732" y="19002728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3880</TotalTime>
  <Words>184</Words>
  <Application>Microsoft Office PowerPoint</Application>
  <PresentationFormat>Custom</PresentationFormat>
  <Paragraphs>88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245</cp:revision>
  <dcterms:created xsi:type="dcterms:W3CDTF">2014-10-11T23:18:25Z</dcterms:created>
  <dcterms:modified xsi:type="dcterms:W3CDTF">2026-05-24T15:24:22Z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