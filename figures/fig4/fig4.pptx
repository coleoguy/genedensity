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28B"/>
    <a:srgbClr val="440154"/>
    <a:srgbClr val="5DC863"/>
    <a:srgbClr val="2C728E"/>
    <a:srgbClr val="21908C"/>
    <a:srgbClr val="27AD81"/>
    <a:srgbClr val="AADC32"/>
    <a:srgbClr val="FDE725"/>
    <a:srgbClr val="472D7B"/>
    <a:srgbClr val="44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005" autoAdjust="0"/>
  </p:normalViewPr>
  <p:slideViewPr>
    <p:cSldViewPr snapToGrid="0">
      <p:cViewPr>
        <p:scale>
          <a:sx n="33" d="100"/>
          <a:sy n="33" d="100"/>
        </p:scale>
        <p:origin x="1026" y="-1296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CAA071-A88A-9345-9C5E-670D89893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37387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400069" imgH="514350" progId="Package">
                  <p:embed/>
                </p:oleObj>
              </mc:Choice>
              <mc:Fallback>
                <p:oleObj name="Packager Shell Object" showAsIcon="1" r:id="rId2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6D2717A-0DF5-7447-97FA-7EE5E471C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66214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400069" imgH="514350" progId="Package">
                  <p:embed/>
                </p:oleObj>
              </mc:Choice>
              <mc:Fallback>
                <p:oleObj name="Packager Shell Object" showAsIcon="1" r:id="rId4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phic 13">
            <a:extLst>
              <a:ext uri="{FF2B5EF4-FFF2-40B4-BE49-F238E27FC236}">
                <a16:creationId xmlns:a16="http://schemas.microsoft.com/office/drawing/2014/main" id="{9937D611-4580-8F92-F71F-B6A811E7D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066" r="14193" b="711"/>
          <a:stretch>
            <a:fillRect/>
          </a:stretch>
        </p:blipFill>
        <p:spPr>
          <a:xfrm>
            <a:off x="1120876" y="8619527"/>
            <a:ext cx="30263691" cy="1556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8D818C2F-76C0-8EC8-3A95-BA815E49F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210" t="14514" r="27182" b="21937"/>
          <a:stretch>
            <a:fillRect/>
          </a:stretch>
        </p:blipFill>
        <p:spPr>
          <a:xfrm>
            <a:off x="17433830" y="16697404"/>
            <a:ext cx="3999716" cy="2316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45FB53-4D69-1D05-1745-E097DAEFA2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42" t="14714" r="27112" b="21934"/>
          <a:stretch>
            <a:fillRect/>
          </a:stretch>
        </p:blipFill>
        <p:spPr>
          <a:xfrm>
            <a:off x="11915966" y="16704588"/>
            <a:ext cx="4009834" cy="2309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55C811-40C6-B5F2-3577-51D82F885D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383" t="14517" r="27112" b="21934"/>
          <a:stretch>
            <a:fillRect/>
          </a:stretch>
        </p:blipFill>
        <p:spPr>
          <a:xfrm>
            <a:off x="11933646" y="13670280"/>
            <a:ext cx="3992154" cy="2316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F7DB54-1722-AC72-03B4-2866709F28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362" t="14517" r="27112" b="21934"/>
          <a:stretch>
            <a:fillRect/>
          </a:stretch>
        </p:blipFill>
        <p:spPr>
          <a:xfrm>
            <a:off x="17444636" y="13670274"/>
            <a:ext cx="3993671" cy="23166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8FCD40-10C3-5F50-C35A-12E4AC9F32AF}"/>
              </a:ext>
            </a:extLst>
          </p:cNvPr>
          <p:cNvSpPr txBox="1"/>
          <p:nvPr/>
        </p:nvSpPr>
        <p:spPr>
          <a:xfrm>
            <a:off x="12068969" y="15974218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D0916-740E-9B20-2CF6-D2307702BA9F}"/>
              </a:ext>
            </a:extLst>
          </p:cNvPr>
          <p:cNvSpPr txBox="1"/>
          <p:nvPr/>
        </p:nvSpPr>
        <p:spPr>
          <a:xfrm>
            <a:off x="12316619" y="15974217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C99FB-7CD5-8D22-47D5-49F72E57A4C2}"/>
              </a:ext>
            </a:extLst>
          </p:cNvPr>
          <p:cNvSpPr txBox="1"/>
          <p:nvPr/>
        </p:nvSpPr>
        <p:spPr>
          <a:xfrm>
            <a:off x="12564270" y="15974216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FCF61-6E5E-F917-7DA2-D5C9736F9574}"/>
              </a:ext>
            </a:extLst>
          </p:cNvPr>
          <p:cNvSpPr txBox="1"/>
          <p:nvPr/>
        </p:nvSpPr>
        <p:spPr>
          <a:xfrm>
            <a:off x="12814300" y="15974216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3F319D-CF11-36B3-394A-06BEA28677AF}"/>
              </a:ext>
            </a:extLst>
          </p:cNvPr>
          <p:cNvSpPr txBox="1"/>
          <p:nvPr/>
        </p:nvSpPr>
        <p:spPr>
          <a:xfrm>
            <a:off x="13061855" y="15974215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2A77B-F1A1-BEAB-C368-0FC1100197F7}"/>
              </a:ext>
            </a:extLst>
          </p:cNvPr>
          <p:cNvSpPr txBox="1"/>
          <p:nvPr/>
        </p:nvSpPr>
        <p:spPr>
          <a:xfrm>
            <a:off x="13310837" y="15974214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6B6EF-B473-069B-FBFC-ED1FC029D187}"/>
              </a:ext>
            </a:extLst>
          </p:cNvPr>
          <p:cNvSpPr txBox="1"/>
          <p:nvPr/>
        </p:nvSpPr>
        <p:spPr>
          <a:xfrm>
            <a:off x="13560174" y="15974203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6A31F6-DD37-A46C-E14C-AC8705D85C3C}"/>
              </a:ext>
            </a:extLst>
          </p:cNvPr>
          <p:cNvSpPr txBox="1"/>
          <p:nvPr/>
        </p:nvSpPr>
        <p:spPr>
          <a:xfrm>
            <a:off x="14117638" y="15974212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5E1DB5-2B51-7A30-1CD6-3045CFB9CBA3}"/>
              </a:ext>
            </a:extLst>
          </p:cNvPr>
          <p:cNvSpPr txBox="1"/>
          <p:nvPr/>
        </p:nvSpPr>
        <p:spPr>
          <a:xfrm>
            <a:off x="14364239" y="15974212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8AA3B3-E2A4-DE33-D949-C2EAC79BC3B1}"/>
              </a:ext>
            </a:extLst>
          </p:cNvPr>
          <p:cNvSpPr txBox="1"/>
          <p:nvPr/>
        </p:nvSpPr>
        <p:spPr>
          <a:xfrm>
            <a:off x="14606078" y="15974212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96FFF2-6E8C-48B5-2D4A-DBB55F47A72C}"/>
              </a:ext>
            </a:extLst>
          </p:cNvPr>
          <p:cNvSpPr txBox="1"/>
          <p:nvPr/>
        </p:nvSpPr>
        <p:spPr>
          <a:xfrm>
            <a:off x="14852748" y="15974211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80E526-57FE-509A-E6BC-70296D397979}"/>
              </a:ext>
            </a:extLst>
          </p:cNvPr>
          <p:cNvSpPr txBox="1"/>
          <p:nvPr/>
        </p:nvSpPr>
        <p:spPr>
          <a:xfrm>
            <a:off x="15098457" y="15974210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E6D85-4AF6-A5F4-FC6A-1A6AE1475CD0}"/>
              </a:ext>
            </a:extLst>
          </p:cNvPr>
          <p:cNvSpPr txBox="1"/>
          <p:nvPr/>
        </p:nvSpPr>
        <p:spPr>
          <a:xfrm>
            <a:off x="15343186" y="15974210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21241-8093-D990-6FA3-8101A645E3B9}"/>
              </a:ext>
            </a:extLst>
          </p:cNvPr>
          <p:cNvSpPr txBox="1"/>
          <p:nvPr/>
        </p:nvSpPr>
        <p:spPr>
          <a:xfrm>
            <a:off x="15584704" y="15974209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4E9211-4BDB-313A-76BC-D9CE6E132859}"/>
              </a:ext>
            </a:extLst>
          </p:cNvPr>
          <p:cNvSpPr txBox="1"/>
          <p:nvPr/>
        </p:nvSpPr>
        <p:spPr>
          <a:xfrm>
            <a:off x="17445077" y="15974209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CE744-AD26-E22D-0DB1-E2EB1D9B7F98}"/>
              </a:ext>
            </a:extLst>
          </p:cNvPr>
          <p:cNvSpPr txBox="1"/>
          <p:nvPr/>
        </p:nvSpPr>
        <p:spPr>
          <a:xfrm>
            <a:off x="17768992" y="15974208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DFC11-1406-A288-6504-451E03745736}"/>
              </a:ext>
            </a:extLst>
          </p:cNvPr>
          <p:cNvSpPr txBox="1"/>
          <p:nvPr/>
        </p:nvSpPr>
        <p:spPr>
          <a:xfrm>
            <a:off x="18097669" y="15974208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4773BF-507C-F3BF-FB08-439CB1D02937}"/>
              </a:ext>
            </a:extLst>
          </p:cNvPr>
          <p:cNvSpPr txBox="1"/>
          <p:nvPr/>
        </p:nvSpPr>
        <p:spPr>
          <a:xfrm>
            <a:off x="18424824" y="15974207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160AFC-3E31-3CE8-D574-1D757223141F}"/>
              </a:ext>
            </a:extLst>
          </p:cNvPr>
          <p:cNvSpPr txBox="1"/>
          <p:nvPr/>
        </p:nvSpPr>
        <p:spPr>
          <a:xfrm>
            <a:off x="18747217" y="15974207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9BE4AC-A491-DE0D-EE85-8581BF42F68A}"/>
              </a:ext>
            </a:extLst>
          </p:cNvPr>
          <p:cNvSpPr txBox="1"/>
          <p:nvPr/>
        </p:nvSpPr>
        <p:spPr>
          <a:xfrm>
            <a:off x="19076753" y="15974206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195BE4-F59B-5162-A1DA-3FC101962336}"/>
              </a:ext>
            </a:extLst>
          </p:cNvPr>
          <p:cNvSpPr txBox="1"/>
          <p:nvPr/>
        </p:nvSpPr>
        <p:spPr>
          <a:xfrm>
            <a:off x="19470688" y="15974206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F98687-A3D4-9125-5A28-77F14BFD2D63}"/>
              </a:ext>
            </a:extLst>
          </p:cNvPr>
          <p:cNvSpPr txBox="1"/>
          <p:nvPr/>
        </p:nvSpPr>
        <p:spPr>
          <a:xfrm>
            <a:off x="19794603" y="15974205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959A56-FD76-4B0C-0009-C4511D8D4174}"/>
              </a:ext>
            </a:extLst>
          </p:cNvPr>
          <p:cNvSpPr txBox="1"/>
          <p:nvPr/>
        </p:nvSpPr>
        <p:spPr>
          <a:xfrm>
            <a:off x="20123280" y="15974205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9186B1-680F-333A-5166-F5CC9EC943C2}"/>
              </a:ext>
            </a:extLst>
          </p:cNvPr>
          <p:cNvSpPr txBox="1"/>
          <p:nvPr/>
        </p:nvSpPr>
        <p:spPr>
          <a:xfrm>
            <a:off x="20450435" y="15974204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9038E-D2B5-8CDA-47C4-0DD1FAB90979}"/>
              </a:ext>
            </a:extLst>
          </p:cNvPr>
          <p:cNvSpPr txBox="1"/>
          <p:nvPr/>
        </p:nvSpPr>
        <p:spPr>
          <a:xfrm>
            <a:off x="20772828" y="15974204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1EF558-FBEE-756F-6127-345086C61A7C}"/>
              </a:ext>
            </a:extLst>
          </p:cNvPr>
          <p:cNvSpPr txBox="1"/>
          <p:nvPr/>
        </p:nvSpPr>
        <p:spPr>
          <a:xfrm>
            <a:off x="21102364" y="15974203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B3110B-2775-F089-909D-10DCAA69D746}"/>
              </a:ext>
            </a:extLst>
          </p:cNvPr>
          <p:cNvSpPr txBox="1"/>
          <p:nvPr/>
        </p:nvSpPr>
        <p:spPr>
          <a:xfrm>
            <a:off x="12040395" y="19001344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17313-55EE-C0B9-4590-7056BBA52849}"/>
              </a:ext>
            </a:extLst>
          </p:cNvPr>
          <p:cNvSpPr txBox="1"/>
          <p:nvPr/>
        </p:nvSpPr>
        <p:spPr>
          <a:xfrm>
            <a:off x="12804775" y="19001343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A82166-DEB8-89AB-2176-57EE3FBBE70A}"/>
              </a:ext>
            </a:extLst>
          </p:cNvPr>
          <p:cNvSpPr txBox="1"/>
          <p:nvPr/>
        </p:nvSpPr>
        <p:spPr>
          <a:xfrm>
            <a:off x="13567571" y="19001342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1288F6-6B89-7A9F-D8FA-F3633D582870}"/>
              </a:ext>
            </a:extLst>
          </p:cNvPr>
          <p:cNvSpPr txBox="1"/>
          <p:nvPr/>
        </p:nvSpPr>
        <p:spPr>
          <a:xfrm>
            <a:off x="13154628" y="19001341"/>
            <a:ext cx="407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44430D-3B7B-D697-C1DE-E583166ED7FE}"/>
              </a:ext>
            </a:extLst>
          </p:cNvPr>
          <p:cNvSpPr txBox="1"/>
          <p:nvPr/>
        </p:nvSpPr>
        <p:spPr>
          <a:xfrm>
            <a:off x="12367219" y="19001341"/>
            <a:ext cx="453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-0.5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8D9860-CF1D-F8DB-D0D6-57D4366633F3}"/>
              </a:ext>
            </a:extLst>
          </p:cNvPr>
          <p:cNvSpPr txBox="1"/>
          <p:nvPr/>
        </p:nvSpPr>
        <p:spPr>
          <a:xfrm>
            <a:off x="14092234" y="19001344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550B2-176A-6F12-F663-5296C4A0095E}"/>
              </a:ext>
            </a:extLst>
          </p:cNvPr>
          <p:cNvSpPr txBox="1"/>
          <p:nvPr/>
        </p:nvSpPr>
        <p:spPr>
          <a:xfrm>
            <a:off x="14844709" y="19001343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E0A588-03AF-4025-7C36-3C0029BE907E}"/>
              </a:ext>
            </a:extLst>
          </p:cNvPr>
          <p:cNvSpPr txBox="1"/>
          <p:nvPr/>
        </p:nvSpPr>
        <p:spPr>
          <a:xfrm>
            <a:off x="15602743" y="19001342"/>
            <a:ext cx="339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DBBD69-F065-8BBD-0E58-AC0FA61D90C9}"/>
              </a:ext>
            </a:extLst>
          </p:cNvPr>
          <p:cNvSpPr txBox="1"/>
          <p:nvPr/>
        </p:nvSpPr>
        <p:spPr>
          <a:xfrm>
            <a:off x="15187419" y="19001341"/>
            <a:ext cx="4071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A828B-3F64-C12E-FCCB-987C64EBC6D2}"/>
              </a:ext>
            </a:extLst>
          </p:cNvPr>
          <p:cNvSpPr txBox="1"/>
          <p:nvPr/>
        </p:nvSpPr>
        <p:spPr>
          <a:xfrm>
            <a:off x="14411915" y="19001341"/>
            <a:ext cx="453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BF4356-B37C-532A-471E-B498B0FC4945}"/>
              </a:ext>
            </a:extLst>
          </p:cNvPr>
          <p:cNvSpPr txBox="1"/>
          <p:nvPr/>
        </p:nvSpPr>
        <p:spPr>
          <a:xfrm>
            <a:off x="17505269" y="19004694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-1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9ED85-B426-4811-7F82-3672715B1E95}"/>
              </a:ext>
            </a:extLst>
          </p:cNvPr>
          <p:cNvSpPr txBox="1"/>
          <p:nvPr/>
        </p:nvSpPr>
        <p:spPr>
          <a:xfrm>
            <a:off x="17849162" y="19001341"/>
            <a:ext cx="4611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-0.5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7C5666-7311-2515-F938-970B7DA62232}"/>
              </a:ext>
            </a:extLst>
          </p:cNvPr>
          <p:cNvSpPr txBox="1"/>
          <p:nvPr/>
        </p:nvSpPr>
        <p:spPr>
          <a:xfrm>
            <a:off x="18313893" y="19001332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6CC9EB-E9AA-7C59-B356-748946C83BE4}"/>
              </a:ext>
            </a:extLst>
          </p:cNvPr>
          <p:cNvSpPr txBox="1"/>
          <p:nvPr/>
        </p:nvSpPr>
        <p:spPr>
          <a:xfrm>
            <a:off x="18635361" y="19001331"/>
            <a:ext cx="50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0.5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6D7A18B-2F01-7883-0030-D14FA697BF6E}"/>
              </a:ext>
            </a:extLst>
          </p:cNvPr>
          <p:cNvSpPr txBox="1"/>
          <p:nvPr/>
        </p:nvSpPr>
        <p:spPr>
          <a:xfrm>
            <a:off x="19121137" y="19001330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F6B63F-0C6F-8251-58D9-558045B3AED0}"/>
              </a:ext>
            </a:extLst>
          </p:cNvPr>
          <p:cNvSpPr txBox="1"/>
          <p:nvPr/>
        </p:nvSpPr>
        <p:spPr>
          <a:xfrm>
            <a:off x="10254063" y="15519671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proportion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BAB527-1E4F-6584-3F04-124F43FAD108}"/>
              </a:ext>
            </a:extLst>
          </p:cNvPr>
          <p:cNvSpPr txBox="1"/>
          <p:nvPr/>
        </p:nvSpPr>
        <p:spPr>
          <a:xfrm>
            <a:off x="10254063" y="15305357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LTR proportion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119EE48-36C7-2F90-95A2-70E00A27E616}"/>
              </a:ext>
            </a:extLst>
          </p:cNvPr>
          <p:cNvSpPr txBox="1"/>
          <p:nvPr/>
        </p:nvSpPr>
        <p:spPr>
          <a:xfrm>
            <a:off x="10254061" y="14661213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Unknown age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5BE5EA-D37E-4FE9-8613-500C30F1125F}"/>
              </a:ext>
            </a:extLst>
          </p:cNvPr>
          <p:cNvSpPr txBox="1"/>
          <p:nvPr/>
        </p:nvSpPr>
        <p:spPr>
          <a:xfrm>
            <a:off x="10254061" y="14874340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DNA proportion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CEA434B-4745-01F4-46B1-6F0EDC994956}"/>
              </a:ext>
            </a:extLst>
          </p:cNvPr>
          <p:cNvSpPr txBox="1"/>
          <p:nvPr/>
        </p:nvSpPr>
        <p:spPr>
          <a:xfrm>
            <a:off x="10254060" y="15091505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proportion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37D8B8-34C6-AFDD-876B-3522BC31D684}"/>
              </a:ext>
            </a:extLst>
          </p:cNvPr>
          <p:cNvSpPr txBox="1"/>
          <p:nvPr/>
        </p:nvSpPr>
        <p:spPr>
          <a:xfrm>
            <a:off x="10254061" y="14443433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age x prop.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4E579DB-323D-8E02-A92E-2457CE852EF8}"/>
              </a:ext>
            </a:extLst>
          </p:cNvPr>
          <p:cNvSpPr txBox="1"/>
          <p:nvPr/>
        </p:nvSpPr>
        <p:spPr>
          <a:xfrm>
            <a:off x="10254061" y="14230108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age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91FEB1-C23D-4C85-19C4-AD4E155FE5D1}"/>
              </a:ext>
            </a:extLst>
          </p:cNvPr>
          <p:cNvSpPr txBox="1"/>
          <p:nvPr/>
        </p:nvSpPr>
        <p:spPr>
          <a:xfrm>
            <a:off x="10254060" y="14015796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LTR age x prop.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8895EB-DA35-91DF-7EF2-6A3784F97B56}"/>
              </a:ext>
            </a:extLst>
          </p:cNvPr>
          <p:cNvSpPr txBox="1"/>
          <p:nvPr/>
        </p:nvSpPr>
        <p:spPr>
          <a:xfrm>
            <a:off x="10254060" y="13802031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age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A5DC0B7-A43A-ED6F-A95F-554209E19714}"/>
              </a:ext>
            </a:extLst>
          </p:cNvPr>
          <p:cNvSpPr txBox="1"/>
          <p:nvPr/>
        </p:nvSpPr>
        <p:spPr>
          <a:xfrm>
            <a:off x="15767873" y="13911093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age x prop.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5470715-D0E5-4C36-319F-460BB8E4F41C}"/>
              </a:ext>
            </a:extLst>
          </p:cNvPr>
          <p:cNvSpPr txBox="1"/>
          <p:nvPr/>
        </p:nvSpPr>
        <p:spPr>
          <a:xfrm>
            <a:off x="15766610" y="14287247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age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453CD2C-03E0-93E6-0B16-C92F18D33472}"/>
              </a:ext>
            </a:extLst>
          </p:cNvPr>
          <p:cNvSpPr txBox="1"/>
          <p:nvPr/>
        </p:nvSpPr>
        <p:spPr>
          <a:xfrm>
            <a:off x="15765492" y="14659451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age x prop.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81C070B-D2B5-3351-CF79-04FEF927CAF7}"/>
              </a:ext>
            </a:extLst>
          </p:cNvPr>
          <p:cNvSpPr txBox="1"/>
          <p:nvPr/>
        </p:nvSpPr>
        <p:spPr>
          <a:xfrm>
            <a:off x="15764891" y="15032077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DNA proportion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8B2C7D9-7595-89D8-B484-B437AB593CAA}"/>
              </a:ext>
            </a:extLst>
          </p:cNvPr>
          <p:cNvSpPr txBox="1"/>
          <p:nvPr/>
        </p:nvSpPr>
        <p:spPr>
          <a:xfrm>
            <a:off x="15766610" y="15407629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proportion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7857918-917B-BA48-0250-D81886DBE8BF}"/>
              </a:ext>
            </a:extLst>
          </p:cNvPr>
          <p:cNvSpPr txBox="1"/>
          <p:nvPr/>
        </p:nvSpPr>
        <p:spPr>
          <a:xfrm>
            <a:off x="10254061" y="17092495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Others age x prop.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DAB623B-BDFB-A5CD-1BFE-CFB90A1ACB5F}"/>
              </a:ext>
            </a:extLst>
          </p:cNvPr>
          <p:cNvSpPr txBox="1"/>
          <p:nvPr/>
        </p:nvSpPr>
        <p:spPr>
          <a:xfrm>
            <a:off x="10251994" y="17687298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Others proportion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34C90F-6C10-8444-7283-C973F18D0E21}"/>
              </a:ext>
            </a:extLst>
          </p:cNvPr>
          <p:cNvSpPr txBox="1"/>
          <p:nvPr/>
        </p:nvSpPr>
        <p:spPr>
          <a:xfrm>
            <a:off x="10251680" y="18280319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proportion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513559C-516D-2A0B-3574-C593CF5CCC86}"/>
              </a:ext>
            </a:extLst>
          </p:cNvPr>
          <p:cNvSpPr txBox="1"/>
          <p:nvPr/>
        </p:nvSpPr>
        <p:spPr>
          <a:xfrm>
            <a:off x="10572463" y="13350197"/>
            <a:ext cx="340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Full data: all species (3783 models)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7518695-F5C2-B06E-F813-C03ECD051776}"/>
              </a:ext>
            </a:extLst>
          </p:cNvPr>
          <p:cNvSpPr txBox="1"/>
          <p:nvPr/>
        </p:nvSpPr>
        <p:spPr>
          <a:xfrm>
            <a:off x="14076558" y="13348661"/>
            <a:ext cx="1849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 species dropped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CF9B75-341F-683A-9DF2-BA4F3F993C56}"/>
              </a:ext>
            </a:extLst>
          </p:cNvPr>
          <p:cNvSpPr txBox="1"/>
          <p:nvPr/>
        </p:nvSpPr>
        <p:spPr>
          <a:xfrm>
            <a:off x="16088138" y="13349486"/>
            <a:ext cx="340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Full data: Mammalia (2428 models)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D87292E-543D-0BC6-9CA1-859301F6161A}"/>
              </a:ext>
            </a:extLst>
          </p:cNvPr>
          <p:cNvSpPr txBox="1"/>
          <p:nvPr/>
        </p:nvSpPr>
        <p:spPr>
          <a:xfrm>
            <a:off x="19584492" y="13349095"/>
            <a:ext cx="1849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 species dropped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6B21C64-CD62-2598-32F8-0829BFE8FA04}"/>
              </a:ext>
            </a:extLst>
          </p:cNvPr>
          <p:cNvSpPr txBox="1"/>
          <p:nvPr/>
        </p:nvSpPr>
        <p:spPr>
          <a:xfrm>
            <a:off x="10572463" y="16379046"/>
            <a:ext cx="340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Full data: Actinopterygii (1866 models)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283E6C1-1DE0-A7AC-3C4F-361B859638C9}"/>
              </a:ext>
            </a:extLst>
          </p:cNvPr>
          <p:cNvSpPr txBox="1"/>
          <p:nvPr/>
        </p:nvSpPr>
        <p:spPr>
          <a:xfrm>
            <a:off x="14076558" y="16377510"/>
            <a:ext cx="1849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species dropped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F33C608-ABF1-551B-A60C-6EBEF00FD9B0}"/>
              </a:ext>
            </a:extLst>
          </p:cNvPr>
          <p:cNvSpPr txBox="1"/>
          <p:nvPr/>
        </p:nvSpPr>
        <p:spPr>
          <a:xfrm>
            <a:off x="16088138" y="16377040"/>
            <a:ext cx="3400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Full data: </a:t>
            </a:r>
            <a:r>
              <a:rPr lang="en-US" dirty="0" err="1"/>
              <a:t>Sauropsida</a:t>
            </a:r>
            <a:r>
              <a:rPr lang="en-US" dirty="0"/>
              <a:t> (729 models)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C759011-4FC7-F15A-2F7D-818D48C9C67D}"/>
              </a:ext>
            </a:extLst>
          </p:cNvPr>
          <p:cNvSpPr txBox="1"/>
          <p:nvPr/>
        </p:nvSpPr>
        <p:spPr>
          <a:xfrm>
            <a:off x="19584492" y="16376649"/>
            <a:ext cx="1849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 species dropped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1831138-8A15-C786-7EED-4878851405D7}"/>
              </a:ext>
            </a:extLst>
          </p:cNvPr>
          <p:cNvSpPr txBox="1"/>
          <p:nvPr/>
        </p:nvSpPr>
        <p:spPr>
          <a:xfrm>
            <a:off x="17945889" y="19293583"/>
            <a:ext cx="312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820E75C-25D3-1FAF-D190-43855E99FD4E}"/>
              </a:ext>
            </a:extLst>
          </p:cNvPr>
          <p:cNvSpPr txBox="1"/>
          <p:nvPr/>
        </p:nvSpPr>
        <p:spPr>
          <a:xfrm>
            <a:off x="12369146" y="19310066"/>
            <a:ext cx="312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70526C40-A766-5508-F8B7-190940D471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582" t="21697" r="10049" b="63999"/>
          <a:stretch>
            <a:fillRect/>
          </a:stretch>
        </p:blipFill>
        <p:spPr>
          <a:xfrm>
            <a:off x="21276446" y="14477760"/>
            <a:ext cx="1811622" cy="850123"/>
          </a:xfrm>
          <a:prstGeom prst="rect">
            <a:avLst/>
          </a:prstGeom>
        </p:spPr>
      </p:pic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43378AC-F4D7-C74C-00B0-DAF3BCBC51C8}"/>
              </a:ext>
            </a:extLst>
          </p:cNvPr>
          <p:cNvGrpSpPr/>
          <p:nvPr/>
        </p:nvGrpSpPr>
        <p:grpSpPr>
          <a:xfrm>
            <a:off x="21599439" y="15554947"/>
            <a:ext cx="3436207" cy="3316189"/>
            <a:chOff x="22197688" y="19295876"/>
            <a:chExt cx="3436207" cy="3316189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406FC7C-4BCF-9422-7E77-57ECA3A0A8DF}"/>
                </a:ext>
              </a:extLst>
            </p:cNvPr>
            <p:cNvSpPr txBox="1"/>
            <p:nvPr/>
          </p:nvSpPr>
          <p:spPr>
            <a:xfrm>
              <a:off x="23075506" y="22304288"/>
              <a:ext cx="25583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0.5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4486D64-59D3-CE30-ECB8-0E764C3C00C3}"/>
                </a:ext>
              </a:extLst>
            </p:cNvPr>
            <p:cNvSpPr txBox="1"/>
            <p:nvPr/>
          </p:nvSpPr>
          <p:spPr>
            <a:xfrm>
              <a:off x="23075506" y="19295876"/>
              <a:ext cx="25583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C29F38E-2D4C-C66C-3F76-DBBEF6E8F3DD}"/>
                </a:ext>
              </a:extLst>
            </p:cNvPr>
            <p:cNvSpPr txBox="1"/>
            <p:nvPr/>
          </p:nvSpPr>
          <p:spPr>
            <a:xfrm>
              <a:off x="23075506" y="20799937"/>
              <a:ext cx="255838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0.75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B370C637-52AF-C0F4-1DD3-C01F361E89FF}"/>
                </a:ext>
              </a:extLst>
            </p:cNvPr>
            <p:cNvGrpSpPr/>
            <p:nvPr/>
          </p:nvGrpSpPr>
          <p:grpSpPr>
            <a:xfrm>
              <a:off x="22197688" y="19439268"/>
              <a:ext cx="862338" cy="3033525"/>
              <a:chOff x="22197688" y="19439268"/>
              <a:chExt cx="862338" cy="3033525"/>
            </a:xfrm>
          </p:grpSpPr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C7F36B1D-DDFC-3D88-47A2-D093EBDC4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77335" t="70454" r="2272" b="27368"/>
              <a:stretch>
                <a:fillRect/>
              </a:stretch>
            </p:blipFill>
            <p:spPr>
              <a:xfrm rot="16200000">
                <a:off x="21236269" y="20777491"/>
                <a:ext cx="3033524" cy="357080"/>
              </a:xfrm>
              <a:prstGeom prst="rect">
                <a:avLst/>
              </a:prstGeom>
            </p:spPr>
          </p:pic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C264A71-BF68-5923-C7D5-A982A2CB70E2}"/>
                  </a:ext>
                </a:extLst>
              </p:cNvPr>
              <p:cNvSpPr txBox="1"/>
              <p:nvPr/>
            </p:nvSpPr>
            <p:spPr>
              <a:xfrm rot="16200000">
                <a:off x="21087770" y="20786752"/>
                <a:ext cx="255838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Variable importance</a:t>
                </a: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2AB9730-4A43-F1E3-E438-17158F625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490" y="19439268"/>
                <a:ext cx="0" cy="303352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74C115B7-3309-DB18-0E44-533F1C27E9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8585" y="22460380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919B9B79-070D-7C17-4435-5A06FADD56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8584" y="19451587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241B54AC-B8C6-5386-1328-781DCBD37E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58583" y="20956029"/>
                <a:ext cx="1014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FA7343D-ADAB-CB26-26BE-BCE357510971}"/>
              </a:ext>
            </a:extLst>
          </p:cNvPr>
          <p:cNvSpPr txBox="1"/>
          <p:nvPr/>
        </p:nvSpPr>
        <p:spPr>
          <a:xfrm>
            <a:off x="21582555" y="13827276"/>
            <a:ext cx="2039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Response</a:t>
            </a:r>
          </a:p>
          <a:p>
            <a:r>
              <a:rPr lang="en-US" sz="1600" dirty="0"/>
              <a:t>metric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CB2203-CECE-98A9-9454-68C6E6F2FD38}"/>
              </a:ext>
            </a:extLst>
          </p:cNvPr>
          <p:cNvSpPr txBox="1"/>
          <p:nvPr/>
        </p:nvSpPr>
        <p:spPr>
          <a:xfrm>
            <a:off x="15767589" y="16841465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D832C8-B45A-7A19-DFB6-216BD5ADAABB}"/>
              </a:ext>
            </a:extLst>
          </p:cNvPr>
          <p:cNvSpPr txBox="1"/>
          <p:nvPr/>
        </p:nvSpPr>
        <p:spPr>
          <a:xfrm>
            <a:off x="15767272" y="17084292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LTR 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84523-594E-75D4-CBD9-EB8DD9A8CF49}"/>
              </a:ext>
            </a:extLst>
          </p:cNvPr>
          <p:cNvSpPr txBox="1"/>
          <p:nvPr/>
        </p:nvSpPr>
        <p:spPr>
          <a:xfrm>
            <a:off x="15767270" y="17324800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SINE age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F58A6A-48AD-0953-A58A-923FD8B1A97C}"/>
              </a:ext>
            </a:extLst>
          </p:cNvPr>
          <p:cNvSpPr txBox="1"/>
          <p:nvPr/>
        </p:nvSpPr>
        <p:spPr>
          <a:xfrm>
            <a:off x="15767269" y="17565307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Unknown age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424BB6-AA91-5C95-1539-0E3024AF6337}"/>
              </a:ext>
            </a:extLst>
          </p:cNvPr>
          <p:cNvSpPr txBox="1"/>
          <p:nvPr/>
        </p:nvSpPr>
        <p:spPr>
          <a:xfrm>
            <a:off x="15767268" y="17805815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LINE proportion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207BA9-6031-2D2A-2E78-C092EE83FE0D}"/>
              </a:ext>
            </a:extLst>
          </p:cNvPr>
          <p:cNvSpPr txBox="1"/>
          <p:nvPr/>
        </p:nvSpPr>
        <p:spPr>
          <a:xfrm>
            <a:off x="15767266" y="18046323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LTR proportion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E4B6B6-0BE3-EEAC-B7F8-79E4D1F043AE}"/>
              </a:ext>
            </a:extLst>
          </p:cNvPr>
          <p:cNvSpPr txBox="1"/>
          <p:nvPr/>
        </p:nvSpPr>
        <p:spPr>
          <a:xfrm>
            <a:off x="15767264" y="18286832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Others proportion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E2CC2D5-DD53-467D-F9DD-85ACC78EE533}"/>
              </a:ext>
            </a:extLst>
          </p:cNvPr>
          <p:cNvSpPr txBox="1"/>
          <p:nvPr/>
        </p:nvSpPr>
        <p:spPr>
          <a:xfrm>
            <a:off x="15767262" y="18527341"/>
            <a:ext cx="17176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Unknown proportion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BA5DF6B-146F-5548-4FDC-163284C3CA2F}"/>
              </a:ext>
            </a:extLst>
          </p:cNvPr>
          <p:cNvSpPr txBox="1"/>
          <p:nvPr/>
        </p:nvSpPr>
        <p:spPr>
          <a:xfrm>
            <a:off x="19555674" y="19006092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-1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3875274-BFBB-95DB-55C5-13F343F78556}"/>
              </a:ext>
            </a:extLst>
          </p:cNvPr>
          <p:cNvSpPr txBox="1"/>
          <p:nvPr/>
        </p:nvSpPr>
        <p:spPr>
          <a:xfrm>
            <a:off x="19894805" y="19002739"/>
            <a:ext cx="4611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-0.5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8962860-9071-E035-7108-A5C487337509}"/>
              </a:ext>
            </a:extLst>
          </p:cNvPr>
          <p:cNvSpPr txBox="1"/>
          <p:nvPr/>
        </p:nvSpPr>
        <p:spPr>
          <a:xfrm>
            <a:off x="20352393" y="19002730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0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C727A33-969C-ECD1-2D29-0700EA484B6D}"/>
              </a:ext>
            </a:extLst>
          </p:cNvPr>
          <p:cNvSpPr txBox="1"/>
          <p:nvPr/>
        </p:nvSpPr>
        <p:spPr>
          <a:xfrm>
            <a:off x="20669099" y="19002729"/>
            <a:ext cx="50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0.5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B7DD4AF-8936-04A4-0884-CCBF6AB80F4C}"/>
              </a:ext>
            </a:extLst>
          </p:cNvPr>
          <p:cNvSpPr txBox="1"/>
          <p:nvPr/>
        </p:nvSpPr>
        <p:spPr>
          <a:xfrm>
            <a:off x="21147732" y="19002728"/>
            <a:ext cx="3397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184</Words>
  <Application>Microsoft Office PowerPoint</Application>
  <PresentationFormat>Custom</PresentationFormat>
  <Paragraphs>88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240</cp:revision>
  <dcterms:created xsi:type="dcterms:W3CDTF">2014-10-11T23:18:25Z</dcterms:created>
  <dcterms:modified xsi:type="dcterms:W3CDTF">2026-05-20T17:17:54Z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