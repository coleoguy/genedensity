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6576000" cy="329184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9">
          <p15:clr>
            <a:srgbClr val="A4A3A4"/>
          </p15:clr>
        </p15:guide>
        <p15:guide id="2" pos="1152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hiytGPk8UOxiAGs9KaAxakDbg4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28B"/>
    <a:srgbClr val="440154"/>
    <a:srgbClr val="5DC863"/>
    <a:srgbClr val="2C728E"/>
    <a:srgbClr val="21908C"/>
    <a:srgbClr val="27AD81"/>
    <a:srgbClr val="AADC32"/>
    <a:srgbClr val="FDE725"/>
    <a:srgbClr val="472D7B"/>
    <a:srgbClr val="440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8"/>
  </p:normalViewPr>
  <p:slideViewPr>
    <p:cSldViewPr snapToGrid="0">
      <p:cViewPr>
        <p:scale>
          <a:sx n="50" d="100"/>
          <a:sy n="50" d="100"/>
        </p:scale>
        <p:origin x="36" y="-1788"/>
      </p:cViewPr>
      <p:guideLst>
        <p:guide orient="horz" pos="10369"/>
        <p:guide pos="11521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customschemas.google.com/relationships/presentationmetadata" Target="meta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2889253" y="21153122"/>
            <a:ext cx="31089600" cy="65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45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2889253" y="13952226"/>
            <a:ext cx="3108960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544"/>
              </a:spcBef>
              <a:spcAft>
                <a:spcPts val="0"/>
              </a:spcAft>
              <a:buClr>
                <a:srgbClr val="888888"/>
              </a:buClr>
              <a:buSzPts val="7722"/>
              <a:buNone/>
              <a:defRPr sz="7722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382"/>
              </a:spcBef>
              <a:spcAft>
                <a:spcPts val="0"/>
              </a:spcAft>
              <a:buClr>
                <a:srgbClr val="888888"/>
              </a:buClr>
              <a:buSzPts val="6909"/>
              <a:buNone/>
              <a:defRPr sz="6908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198"/>
              <a:buNone/>
              <a:defRPr sz="6198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1828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18592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1828803" y="7368542"/>
            <a:ext cx="16160753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828803" y="10439400"/>
            <a:ext cx="16160753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18580106" y="7368542"/>
            <a:ext cx="16167101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18580106" y="10439400"/>
            <a:ext cx="16167101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828805" y="1310640"/>
            <a:ext cx="12033252" cy="55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4300202" y="1310643"/>
            <a:ext cx="20447000" cy="2809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1015682" algn="l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Char char="•"/>
              <a:defRPr sz="12395"/>
            </a:lvl1pPr>
            <a:lvl2pPr marL="914400" lvl="1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–"/>
              <a:defRPr sz="10871"/>
            </a:lvl2pPr>
            <a:lvl3pPr marL="1371600" lvl="2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3pPr>
            <a:lvl4pPr marL="1828800" lvl="3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4pPr>
            <a:lvl5pPr marL="2286000" lvl="4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»"/>
              <a:defRPr sz="7722"/>
            </a:lvl5pPr>
            <a:lvl6pPr marL="2743200" lvl="5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6pPr>
            <a:lvl7pPr marL="3200400" lvl="6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7pPr>
            <a:lvl8pPr marL="3657600" lvl="7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8pPr>
            <a:lvl9pPr marL="4114800" lvl="8" indent="-718946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828805" y="6888486"/>
            <a:ext cx="12033252" cy="2251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7169154" y="23042880"/>
            <a:ext cx="21945600" cy="272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7169154" y="2941322"/>
            <a:ext cx="2194560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7169154" y="25763223"/>
            <a:ext cx="21945600" cy="38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7425523" y="2084045"/>
            <a:ext cx="21724953" cy="3291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85751673" y="53160931"/>
            <a:ext cx="134820662" cy="4114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150869" y="12317731"/>
            <a:ext cx="134820662" cy="1228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marR="0" lvl="0" indent="-1015682" algn="l" rtl="0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Font typeface="Arial"/>
              <a:buChar char="•"/>
              <a:defRPr sz="123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18908" algn="l" rtl="0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Font typeface="Arial"/>
              <a:buChar char="–"/>
              <a:defRPr sz="108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22134" algn="l" rtl="0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Font typeface="Arial"/>
              <a:buChar char="•"/>
              <a:defRPr sz="93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–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»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18946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0CBAAE4-8E4D-60CD-BEDD-77271A94C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860" y="8126187"/>
            <a:ext cx="11258550" cy="727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3694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Tomoni Minamoto</dc:creator>
  <cp:lastModifiedBy>Zhaobo Hu</cp:lastModifiedBy>
  <cp:revision>185</cp:revision>
  <dcterms:created xsi:type="dcterms:W3CDTF">2014-10-11T23:18:25Z</dcterms:created>
  <dcterms:modified xsi:type="dcterms:W3CDTF">2026-05-17T01:19:50Z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8202f9-8d41-4950-b014-f183e397b746_Enabled">
    <vt:lpwstr>true</vt:lpwstr>
  </property>
  <property fmtid="{D5CDD505-2E9C-101B-9397-08002B2CF9AE}" pid="3" name="MSIP_Label_638202f9-8d41-4950-b014-f183e397b746_SetDate">
    <vt:lpwstr>2026-05-17T01:19:50Z</vt:lpwstr>
  </property>
  <property fmtid="{D5CDD505-2E9C-101B-9397-08002B2CF9AE}" pid="4" name="MSIP_Label_638202f9-8d41-4950-b014-f183e397b746_Method">
    <vt:lpwstr>Standard</vt:lpwstr>
  </property>
  <property fmtid="{D5CDD505-2E9C-101B-9397-08002B2CF9AE}" pid="5" name="MSIP_Label_638202f9-8d41-4950-b014-f183e397b746_Name">
    <vt:lpwstr>defa4170-0d19-0005-0004-bc88714345d2</vt:lpwstr>
  </property>
  <property fmtid="{D5CDD505-2E9C-101B-9397-08002B2CF9AE}" pid="6" name="MSIP_Label_638202f9-8d41-4950-b014-f183e397b746_SiteId">
    <vt:lpwstr>13b3b0ce-cd75-49a4-bfea-0a03b01ff1ab</vt:lpwstr>
  </property>
  <property fmtid="{D5CDD505-2E9C-101B-9397-08002B2CF9AE}" pid="7" name="MSIP_Label_638202f9-8d41-4950-b014-f183e397b746_ActionId">
    <vt:lpwstr>7186205e-f81f-4adf-9b57-a268fae9f835</vt:lpwstr>
  </property>
  <property fmtid="{D5CDD505-2E9C-101B-9397-08002B2CF9AE}" pid="8" name="MSIP_Label_638202f9-8d41-4950-b014-f183e397b746_ContentBits">
    <vt:lpwstr>0</vt:lpwstr>
  </property>
  <property fmtid="{D5CDD505-2E9C-101B-9397-08002B2CF9AE}" pid="9" name="MSIP_Label_638202f9-8d41-4950-b014-f183e397b746_Tag">
    <vt:lpwstr>10, 3, 0, 1</vt:lpwstr>
  </property>
</Properties>
</file>