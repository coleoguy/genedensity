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5"/>
  </p:notesMasterIdLst>
  <p:sldIdLst>
    <p:sldId id="257" r:id="rId2"/>
    <p:sldId id="258" r:id="rId3"/>
    <p:sldId id="256" r:id="rId4"/>
  </p:sldIdLst>
  <p:sldSz cx="36576000" cy="32918400"/>
  <p:notesSz cx="7010400" cy="92964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0369">
          <p15:clr>
            <a:srgbClr val="A4A3A4"/>
          </p15:clr>
        </p15:guide>
        <p15:guide id="2" pos="11521">
          <p15:clr>
            <a:srgbClr val="A4A3A4"/>
          </p15:clr>
        </p15:guide>
      </p15:sldGuideLst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0" roundtripDataSignature="AMtx7mhiytGPk8UOxiAGs9KaAxakDbg4S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528B"/>
    <a:srgbClr val="440154"/>
    <a:srgbClr val="5DC863"/>
    <a:srgbClr val="2C728E"/>
    <a:srgbClr val="21908C"/>
    <a:srgbClr val="27AD81"/>
    <a:srgbClr val="AADC32"/>
    <a:srgbClr val="FDE725"/>
    <a:srgbClr val="472D7B"/>
    <a:srgbClr val="4402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708"/>
  </p:normalViewPr>
  <p:slideViewPr>
    <p:cSldViewPr snapToGrid="0">
      <p:cViewPr>
        <p:scale>
          <a:sx n="25" d="100"/>
          <a:sy n="25" d="100"/>
        </p:scale>
        <p:origin x="1866" y="-222"/>
      </p:cViewPr>
      <p:guideLst>
        <p:guide orient="horz" pos="10369"/>
        <p:guide pos="11521"/>
      </p:guideLst>
    </p:cSldViewPr>
  </p:slideViewPr>
  <p:notesTextViewPr>
    <p:cViewPr>
      <p:scale>
        <a:sx n="400" d="100"/>
        <a:sy n="4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10" Type="http://customschemas.google.com/relationships/presentationmetadata" Target="metadata"/><Relationship Id="rId4" Type="http://schemas.openxmlformats.org/officeDocument/2006/relationships/slide" Target="slides/slide3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970338" y="0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568450" y="696913"/>
            <a:ext cx="38735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L="457200" marR="0" lvl="0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568450" y="696913"/>
            <a:ext cx="38735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1829042" y="7680526"/>
            <a:ext cx="32917916" cy="21724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>
            <a:spLocks noGrp="1"/>
          </p:cNvSpPr>
          <p:nvPr>
            <p:ph type="title"/>
          </p:nvPr>
        </p:nvSpPr>
        <p:spPr>
          <a:xfrm>
            <a:off x="2889253" y="21153122"/>
            <a:ext cx="31089600" cy="6537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5545" b="1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body" idx="1"/>
          </p:nvPr>
        </p:nvSpPr>
        <p:spPr>
          <a:xfrm>
            <a:off x="2889253" y="13952226"/>
            <a:ext cx="31089600" cy="7200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544"/>
              </a:spcBef>
              <a:spcAft>
                <a:spcPts val="0"/>
              </a:spcAft>
              <a:buClr>
                <a:srgbClr val="888888"/>
              </a:buClr>
              <a:buSzPts val="7722"/>
              <a:buNone/>
              <a:defRPr sz="7722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1382"/>
              </a:spcBef>
              <a:spcAft>
                <a:spcPts val="0"/>
              </a:spcAft>
              <a:buClr>
                <a:srgbClr val="888888"/>
              </a:buClr>
              <a:buSzPts val="6909"/>
              <a:buNone/>
              <a:defRPr sz="6908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240"/>
              </a:spcBef>
              <a:spcAft>
                <a:spcPts val="0"/>
              </a:spcAft>
              <a:buClr>
                <a:srgbClr val="888888"/>
              </a:buClr>
              <a:buSzPts val="6198"/>
              <a:buNone/>
              <a:defRPr sz="6198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1"/>
          </p:nvPr>
        </p:nvSpPr>
        <p:spPr>
          <a:xfrm>
            <a:off x="1828802" y="7680966"/>
            <a:ext cx="16154400" cy="21724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•"/>
              <a:defRPr sz="10871"/>
            </a:lvl1pPr>
            <a:lvl2pPr marL="914400" lvl="1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–"/>
              <a:defRPr sz="9347"/>
            </a:lvl2pPr>
            <a:lvl3pPr marL="1371600" lvl="2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3pPr>
            <a:lvl4pPr marL="1828800" lvl="3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–"/>
              <a:defRPr sz="6908"/>
            </a:lvl4pPr>
            <a:lvl5pPr marL="2286000" lvl="4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»"/>
              <a:defRPr sz="6908"/>
            </a:lvl5pPr>
            <a:lvl6pPr marL="2743200" lvl="5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6pPr>
            <a:lvl7pPr marL="3200400" lvl="6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7pPr>
            <a:lvl8pPr marL="3657600" lvl="7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8pPr>
            <a:lvl9pPr marL="4114800" lvl="8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2"/>
          </p:nvPr>
        </p:nvSpPr>
        <p:spPr>
          <a:xfrm>
            <a:off x="18592802" y="7680966"/>
            <a:ext cx="16154400" cy="21724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•"/>
              <a:defRPr sz="10871"/>
            </a:lvl1pPr>
            <a:lvl2pPr marL="914400" lvl="1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–"/>
              <a:defRPr sz="9347"/>
            </a:lvl2pPr>
            <a:lvl3pPr marL="1371600" lvl="2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3pPr>
            <a:lvl4pPr marL="1828800" lvl="3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–"/>
              <a:defRPr sz="6908"/>
            </a:lvl4pPr>
            <a:lvl5pPr marL="2286000" lvl="4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»"/>
              <a:defRPr sz="6908"/>
            </a:lvl5pPr>
            <a:lvl6pPr marL="2743200" lvl="5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6pPr>
            <a:lvl7pPr marL="3200400" lvl="6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7pPr>
            <a:lvl8pPr marL="3657600" lvl="7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8pPr>
            <a:lvl9pPr marL="4114800" lvl="8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body" idx="1"/>
          </p:nvPr>
        </p:nvSpPr>
        <p:spPr>
          <a:xfrm>
            <a:off x="1828803" y="7368542"/>
            <a:ext cx="16160753" cy="30708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None/>
              <a:defRPr sz="9347" b="1"/>
            </a:lvl1pPr>
            <a:lvl2pPr marL="914400" lvl="1" indent="-228600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None/>
              <a:defRPr sz="7722" b="1"/>
            </a:lvl2pPr>
            <a:lvl3pPr marL="1371600" lvl="2" indent="-228600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None/>
              <a:defRPr sz="6908" b="1"/>
            </a:lvl3pPr>
            <a:lvl4pPr marL="1828800" lvl="3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4pPr>
            <a:lvl5pPr marL="2286000" lvl="4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5pPr>
            <a:lvl6pPr marL="2743200" lvl="5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6pPr>
            <a:lvl7pPr marL="3200400" lvl="6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7pPr>
            <a:lvl8pPr marL="3657600" lvl="7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8pPr>
            <a:lvl9pPr marL="4114800" lvl="8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body" idx="2"/>
          </p:nvPr>
        </p:nvSpPr>
        <p:spPr>
          <a:xfrm>
            <a:off x="1828803" y="10439400"/>
            <a:ext cx="16160753" cy="189661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1pPr>
            <a:lvl2pPr marL="914400" lvl="1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2pPr>
            <a:lvl3pPr marL="1371600" lvl="2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3pPr>
            <a:lvl4pPr marL="1828800" lvl="3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–"/>
              <a:defRPr sz="6198"/>
            </a:lvl4pPr>
            <a:lvl5pPr marL="2286000" lvl="4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»"/>
              <a:defRPr sz="6198"/>
            </a:lvl5pPr>
            <a:lvl6pPr marL="2743200" lvl="5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6pPr>
            <a:lvl7pPr marL="3200400" lvl="6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7pPr>
            <a:lvl8pPr marL="3657600" lvl="7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8pPr>
            <a:lvl9pPr marL="4114800" lvl="8" indent="-622172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body" idx="3"/>
          </p:nvPr>
        </p:nvSpPr>
        <p:spPr>
          <a:xfrm>
            <a:off x="18580106" y="7368542"/>
            <a:ext cx="16167101" cy="30708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None/>
              <a:defRPr sz="9347" b="1"/>
            </a:lvl1pPr>
            <a:lvl2pPr marL="914400" lvl="1" indent="-228600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None/>
              <a:defRPr sz="7722" b="1"/>
            </a:lvl2pPr>
            <a:lvl3pPr marL="1371600" lvl="2" indent="-228600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None/>
              <a:defRPr sz="6908" b="1"/>
            </a:lvl3pPr>
            <a:lvl4pPr marL="1828800" lvl="3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4pPr>
            <a:lvl5pPr marL="2286000" lvl="4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5pPr>
            <a:lvl6pPr marL="2743200" lvl="5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6pPr>
            <a:lvl7pPr marL="3200400" lvl="6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7pPr>
            <a:lvl8pPr marL="3657600" lvl="7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8pPr>
            <a:lvl9pPr marL="4114800" lvl="8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4"/>
          </p:nvPr>
        </p:nvSpPr>
        <p:spPr>
          <a:xfrm>
            <a:off x="18580106" y="10439400"/>
            <a:ext cx="16167101" cy="189661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1pPr>
            <a:lvl2pPr marL="914400" lvl="1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2pPr>
            <a:lvl3pPr marL="1371600" lvl="2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3pPr>
            <a:lvl4pPr marL="1828800" lvl="3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–"/>
              <a:defRPr sz="6198"/>
            </a:lvl4pPr>
            <a:lvl5pPr marL="2286000" lvl="4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»"/>
              <a:defRPr sz="6198"/>
            </a:lvl5pPr>
            <a:lvl6pPr marL="2743200" lvl="5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6pPr>
            <a:lvl7pPr marL="3200400" lvl="6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7pPr>
            <a:lvl8pPr marL="3657600" lvl="7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8pPr>
            <a:lvl9pPr marL="4114800" lvl="8" indent="-622172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9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1828805" y="1310640"/>
            <a:ext cx="12033252" cy="5577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722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14300202" y="1310643"/>
            <a:ext cx="20447000" cy="28094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1015682" algn="l">
              <a:spcBef>
                <a:spcPts val="2479"/>
              </a:spcBef>
              <a:spcAft>
                <a:spcPts val="0"/>
              </a:spcAft>
              <a:buClr>
                <a:schemeClr val="dk1"/>
              </a:buClr>
              <a:buSzPts val="12395"/>
              <a:buChar char="•"/>
              <a:defRPr sz="12395"/>
            </a:lvl1pPr>
            <a:lvl2pPr marL="914400" lvl="1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–"/>
              <a:defRPr sz="10871"/>
            </a:lvl2pPr>
            <a:lvl3pPr marL="1371600" lvl="2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3pPr>
            <a:lvl4pPr marL="1828800" lvl="3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4pPr>
            <a:lvl5pPr marL="2286000" lvl="4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»"/>
              <a:defRPr sz="7722"/>
            </a:lvl5pPr>
            <a:lvl6pPr marL="2743200" lvl="5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6pPr>
            <a:lvl7pPr marL="3200400" lvl="6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7pPr>
            <a:lvl8pPr marL="3657600" lvl="7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8pPr>
            <a:lvl9pPr marL="4114800" lvl="8" indent="-718946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1828805" y="6888486"/>
            <a:ext cx="12033252" cy="22517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228600" algn="l">
              <a:spcBef>
                <a:spcPts val="1097"/>
              </a:spcBef>
              <a:spcAft>
                <a:spcPts val="0"/>
              </a:spcAft>
              <a:buClr>
                <a:schemeClr val="dk1"/>
              </a:buClr>
              <a:buSzPts val="5486"/>
              <a:buNone/>
              <a:defRPr sz="5486"/>
            </a:lvl1pPr>
            <a:lvl2pPr marL="914400" lvl="1" indent="-228600" algn="l">
              <a:spcBef>
                <a:spcPts val="935"/>
              </a:spcBef>
              <a:spcAft>
                <a:spcPts val="0"/>
              </a:spcAft>
              <a:buClr>
                <a:schemeClr val="dk1"/>
              </a:buClr>
              <a:buSzPts val="4674"/>
              <a:buNone/>
              <a:defRPr sz="4674"/>
            </a:lvl2pPr>
            <a:lvl3pPr marL="1371600" lvl="2" indent="-228600" algn="l">
              <a:spcBef>
                <a:spcPts val="772"/>
              </a:spcBef>
              <a:spcAft>
                <a:spcPts val="0"/>
              </a:spcAft>
              <a:buClr>
                <a:schemeClr val="dk1"/>
              </a:buClr>
              <a:buSzPts val="3861"/>
              <a:buNone/>
              <a:defRPr sz="3861"/>
            </a:lvl3pPr>
            <a:lvl4pPr marL="1828800" lvl="3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4pPr>
            <a:lvl5pPr marL="2286000" lvl="4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5pPr>
            <a:lvl6pPr marL="2743200" lvl="5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6pPr>
            <a:lvl7pPr marL="3200400" lvl="6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7pPr>
            <a:lvl8pPr marL="3657600" lvl="7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8pPr>
            <a:lvl9pPr marL="4114800" lvl="8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7169154" y="23042880"/>
            <a:ext cx="21945600" cy="2720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722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7169154" y="2941322"/>
            <a:ext cx="21945600" cy="1975104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7169154" y="25763223"/>
            <a:ext cx="21945600" cy="3863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228600" algn="l">
              <a:spcBef>
                <a:spcPts val="1097"/>
              </a:spcBef>
              <a:spcAft>
                <a:spcPts val="0"/>
              </a:spcAft>
              <a:buClr>
                <a:schemeClr val="dk1"/>
              </a:buClr>
              <a:buSzPts val="5486"/>
              <a:buNone/>
              <a:defRPr sz="5486"/>
            </a:lvl1pPr>
            <a:lvl2pPr marL="914400" lvl="1" indent="-228600" algn="l">
              <a:spcBef>
                <a:spcPts val="935"/>
              </a:spcBef>
              <a:spcAft>
                <a:spcPts val="0"/>
              </a:spcAft>
              <a:buClr>
                <a:schemeClr val="dk1"/>
              </a:buClr>
              <a:buSzPts val="4674"/>
              <a:buNone/>
              <a:defRPr sz="4674"/>
            </a:lvl2pPr>
            <a:lvl3pPr marL="1371600" lvl="2" indent="-228600" algn="l">
              <a:spcBef>
                <a:spcPts val="772"/>
              </a:spcBef>
              <a:spcAft>
                <a:spcPts val="0"/>
              </a:spcAft>
              <a:buClr>
                <a:schemeClr val="dk1"/>
              </a:buClr>
              <a:buSzPts val="3861"/>
              <a:buNone/>
              <a:defRPr sz="3861"/>
            </a:lvl3pPr>
            <a:lvl4pPr marL="1828800" lvl="3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4pPr>
            <a:lvl5pPr marL="2286000" lvl="4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5pPr>
            <a:lvl6pPr marL="2743200" lvl="5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6pPr>
            <a:lvl7pPr marL="3200400" lvl="6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7pPr>
            <a:lvl8pPr marL="3657600" lvl="7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8pPr>
            <a:lvl9pPr marL="4114800" lvl="8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 rot="5400000">
            <a:off x="7425523" y="2084045"/>
            <a:ext cx="21724953" cy="32917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 rot="5400000">
            <a:off x="85751673" y="53160931"/>
            <a:ext cx="134820662" cy="41148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 rot="5400000">
            <a:off x="3150869" y="12317731"/>
            <a:ext cx="134820662" cy="1228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1829042" y="7680526"/>
            <a:ext cx="32917916" cy="21724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marR="0" lvl="0" indent="-1015682" algn="l" rtl="0">
              <a:spcBef>
                <a:spcPts val="2479"/>
              </a:spcBef>
              <a:spcAft>
                <a:spcPts val="0"/>
              </a:spcAft>
              <a:buClr>
                <a:schemeClr val="dk1"/>
              </a:buClr>
              <a:buSzPts val="12395"/>
              <a:buFont typeface="Arial"/>
              <a:buChar char="•"/>
              <a:defRPr sz="1239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918908" algn="l" rtl="0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Font typeface="Arial"/>
              <a:buChar char="–"/>
              <a:defRPr sz="1087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822134" algn="l" rtl="0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Font typeface="Arial"/>
              <a:buChar char="•"/>
              <a:defRPr sz="934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–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»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718946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sv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3" Type="http://schemas.openxmlformats.org/officeDocument/2006/relationships/image" Target="../media/image1.emf"/><Relationship Id="rId7" Type="http://schemas.openxmlformats.org/officeDocument/2006/relationships/image" Target="../media/image5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emf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Relationship Id="rId9" Type="http://schemas.openxmlformats.org/officeDocument/2006/relationships/image" Target="../media/image7.em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emf"/><Relationship Id="rId3" Type="http://schemas.openxmlformats.org/officeDocument/2006/relationships/image" Target="../media/image8.emf"/><Relationship Id="rId7" Type="http://schemas.openxmlformats.org/officeDocument/2006/relationships/image" Target="../media/image4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emf"/><Relationship Id="rId5" Type="http://schemas.openxmlformats.org/officeDocument/2006/relationships/image" Target="../media/image10.emf"/><Relationship Id="rId10" Type="http://schemas.openxmlformats.org/officeDocument/2006/relationships/image" Target="../media/image7.emf"/><Relationship Id="rId4" Type="http://schemas.openxmlformats.org/officeDocument/2006/relationships/image" Target="../media/image9.emf"/><Relationship Id="rId9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09CAA071-A88A-9345-9C5E-670D8989312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0037387"/>
              </p:ext>
            </p:extLst>
          </p:nvPr>
        </p:nvGraphicFramePr>
        <p:xfrm>
          <a:off x="98425" y="98425"/>
          <a:ext cx="400050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2" imgW="400069" imgH="514350" progId="Package">
                  <p:embed/>
                </p:oleObj>
              </mc:Choice>
              <mc:Fallback>
                <p:oleObj name="Packager Shell Object" showAsIcon="1" r:id="rId2" imgW="400069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98425" y="98425"/>
                        <a:ext cx="400050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86D2717A-0DF5-7447-97FA-7EE5E471C50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62366214"/>
              </p:ext>
            </p:extLst>
          </p:nvPr>
        </p:nvGraphicFramePr>
        <p:xfrm>
          <a:off x="98425" y="98425"/>
          <a:ext cx="400050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4" imgW="400069" imgH="514350" progId="Package">
                  <p:embed/>
                </p:oleObj>
              </mc:Choice>
              <mc:Fallback>
                <p:oleObj name="Packager Shell Object" showAsIcon="1" r:id="rId4" imgW="400069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98425" y="98425"/>
                        <a:ext cx="400050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Graphic 2">
            <a:extLst>
              <a:ext uri="{FF2B5EF4-FFF2-40B4-BE49-F238E27FC236}">
                <a16:creationId xmlns:a16="http://schemas.microsoft.com/office/drawing/2014/main" id="{B0329384-54CD-C8B7-E7E5-FB29A4254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2604" t="2852" r="13854" b="359"/>
          <a:stretch>
            <a:fillRect/>
          </a:stretch>
        </p:blipFill>
        <p:spPr>
          <a:xfrm>
            <a:off x="952500" y="8534400"/>
            <a:ext cx="30556200" cy="1626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1468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F3683-7CB9-35A5-7D6B-3284A6961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CA2A0A56-CD58-623E-D7BC-C59EC5138FD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8425" y="98425"/>
          <a:ext cx="400050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2" imgW="400069" imgH="514350" progId="Package">
                  <p:embed/>
                </p:oleObj>
              </mc:Choice>
              <mc:Fallback>
                <p:oleObj name="Packager Shell Object" showAsIcon="1" r:id="rId2" imgW="400069" imgH="514350" progId="Package">
                  <p:embed/>
                  <p:pic>
                    <p:nvPicPr>
                      <p:cNvPr id="6" name="Object 5">
                        <a:extLst>
                          <a:ext uri="{FF2B5EF4-FFF2-40B4-BE49-F238E27FC236}">
                            <a16:creationId xmlns:a16="http://schemas.microsoft.com/office/drawing/2014/main" id="{09CAA071-A88A-9345-9C5E-670D8989312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98425" y="98425"/>
                        <a:ext cx="400050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0CEBE3BF-2ADC-4A5F-9647-BF505BBA4F7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8425" y="98425"/>
          <a:ext cx="400050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4" imgW="400069" imgH="514350" progId="Package">
                  <p:embed/>
                </p:oleObj>
              </mc:Choice>
              <mc:Fallback>
                <p:oleObj name="Packager Shell Object" showAsIcon="1" r:id="rId4" imgW="400069" imgH="514350" progId="Package">
                  <p:embed/>
                  <p:pic>
                    <p:nvPicPr>
                      <p:cNvPr id="7" name="Object 6">
                        <a:extLst>
                          <a:ext uri="{FF2B5EF4-FFF2-40B4-BE49-F238E27FC236}">
                            <a16:creationId xmlns:a16="http://schemas.microsoft.com/office/drawing/2014/main" id="{86D2717A-0DF5-7447-97FA-7EE5E471C50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98425" y="98425"/>
                        <a:ext cx="400050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FBCD136C-5A76-4A6F-8A93-4C7729D3D11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1011" r="27940" b="16785"/>
          <a:stretch>
            <a:fillRect/>
          </a:stretch>
        </p:blipFill>
        <p:spPr>
          <a:xfrm>
            <a:off x="13428638" y="16699484"/>
            <a:ext cx="3265965" cy="303352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ED556C3-1039-B150-83CA-512424ECCE7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1011" r="27940" b="16785"/>
          <a:stretch>
            <a:fillRect/>
          </a:stretch>
        </p:blipFill>
        <p:spPr>
          <a:xfrm>
            <a:off x="18375288" y="16699484"/>
            <a:ext cx="3265965" cy="303352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7F8313C-C21E-B46B-24BC-530DF982BFB8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21011" r="26720" b="13734"/>
          <a:stretch>
            <a:fillRect/>
          </a:stretch>
        </p:blipFill>
        <p:spPr>
          <a:xfrm>
            <a:off x="13428638" y="19786600"/>
            <a:ext cx="3344070" cy="314477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79FC66F-AA96-7FF7-D3AF-8022C6CE94A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72582" t="14725" r="10049" b="63999"/>
          <a:stretch>
            <a:fillRect/>
          </a:stretch>
        </p:blipFill>
        <p:spPr>
          <a:xfrm>
            <a:off x="22025939" y="17564984"/>
            <a:ext cx="1811622" cy="126442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3892BA7-A792-1A76-443B-A8EDEC3BD6FF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21011" t="7710" r="27940" b="16217"/>
          <a:stretch>
            <a:fillRect/>
          </a:stretch>
        </p:blipFill>
        <p:spPr>
          <a:xfrm>
            <a:off x="18375914" y="20066508"/>
            <a:ext cx="3265965" cy="277317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CD483F2-44BC-0653-84C2-633515B81C53}"/>
              </a:ext>
            </a:extLst>
          </p:cNvPr>
          <p:cNvSpPr txBox="1"/>
          <p:nvPr/>
        </p:nvSpPr>
        <p:spPr>
          <a:xfrm>
            <a:off x="13539788" y="22861523"/>
            <a:ext cx="31289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Sign-aligned </a:t>
            </a:r>
            <a:r>
              <a:rPr lang="el-GR" dirty="0"/>
              <a:t>β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E1BA26-B76A-248F-1501-509F010DDB77}"/>
              </a:ext>
            </a:extLst>
          </p:cNvPr>
          <p:cNvSpPr txBox="1"/>
          <p:nvPr/>
        </p:nvSpPr>
        <p:spPr>
          <a:xfrm>
            <a:off x="18491200" y="22862952"/>
            <a:ext cx="31273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Sign-aligned </a:t>
            </a:r>
            <a:r>
              <a:rPr lang="el-GR" dirty="0"/>
              <a:t>β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790D10-B8DA-9F70-2DD3-494C171F74E2}"/>
              </a:ext>
            </a:extLst>
          </p:cNvPr>
          <p:cNvSpPr txBox="1"/>
          <p:nvPr/>
        </p:nvSpPr>
        <p:spPr>
          <a:xfrm>
            <a:off x="16579975" y="20406362"/>
            <a:ext cx="17983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00" dirty="0"/>
              <a:t>DNA age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685159-8FF5-DF81-2C46-50EDBCE59A50}"/>
              </a:ext>
            </a:extLst>
          </p:cNvPr>
          <p:cNvSpPr txBox="1"/>
          <p:nvPr/>
        </p:nvSpPr>
        <p:spPr>
          <a:xfrm>
            <a:off x="16579975" y="20543490"/>
            <a:ext cx="17983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00" dirty="0"/>
              <a:t>DNA age x prop.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E5DB45D-F249-3142-58A9-6FABD69814BE}"/>
              </a:ext>
            </a:extLst>
          </p:cNvPr>
          <p:cNvSpPr txBox="1"/>
          <p:nvPr/>
        </p:nvSpPr>
        <p:spPr>
          <a:xfrm>
            <a:off x="16579975" y="20682999"/>
            <a:ext cx="17983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00" dirty="0"/>
              <a:t>LINE age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A7DC2D-8DC1-E4A4-CDAF-EE6DF5FF9C15}"/>
              </a:ext>
            </a:extLst>
          </p:cNvPr>
          <p:cNvSpPr txBox="1"/>
          <p:nvPr/>
        </p:nvSpPr>
        <p:spPr>
          <a:xfrm>
            <a:off x="16579975" y="20817746"/>
            <a:ext cx="17983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00" dirty="0"/>
              <a:t>LTR age x prop.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747E68-ED2E-3A52-BB9B-2DC8EA2CD328}"/>
              </a:ext>
            </a:extLst>
          </p:cNvPr>
          <p:cNvSpPr txBox="1"/>
          <p:nvPr/>
        </p:nvSpPr>
        <p:spPr>
          <a:xfrm>
            <a:off x="16579975" y="20956031"/>
            <a:ext cx="17983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00" dirty="0"/>
              <a:t>Others age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E7E5122-6636-773D-F33B-D237A1F3189D}"/>
              </a:ext>
            </a:extLst>
          </p:cNvPr>
          <p:cNvSpPr txBox="1"/>
          <p:nvPr/>
        </p:nvSpPr>
        <p:spPr>
          <a:xfrm>
            <a:off x="16579975" y="21094047"/>
            <a:ext cx="17983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00" dirty="0"/>
              <a:t>Others age x prop.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16B8C49-31A6-6F4E-E7B1-CCA865D0AF42}"/>
              </a:ext>
            </a:extLst>
          </p:cNvPr>
          <p:cNvSpPr txBox="1"/>
          <p:nvPr/>
        </p:nvSpPr>
        <p:spPr>
          <a:xfrm>
            <a:off x="16579975" y="21233825"/>
            <a:ext cx="17983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00" dirty="0"/>
              <a:t>SINE age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3D21167-381E-4913-B700-13EFB3F73469}"/>
              </a:ext>
            </a:extLst>
          </p:cNvPr>
          <p:cNvSpPr txBox="1"/>
          <p:nvPr/>
        </p:nvSpPr>
        <p:spPr>
          <a:xfrm>
            <a:off x="16579975" y="21370953"/>
            <a:ext cx="17983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00" dirty="0"/>
              <a:t>Unknown age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B289392-3E76-B88F-EBD5-0F57EC25218E}"/>
              </a:ext>
            </a:extLst>
          </p:cNvPr>
          <p:cNvSpPr txBox="1"/>
          <p:nvPr/>
        </p:nvSpPr>
        <p:spPr>
          <a:xfrm>
            <a:off x="16579975" y="21510291"/>
            <a:ext cx="17983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00" dirty="0"/>
              <a:t>Unknown age x prop.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507EAF1-8139-FE2C-9A3D-A368B6223934}"/>
              </a:ext>
            </a:extLst>
          </p:cNvPr>
          <p:cNvSpPr txBox="1"/>
          <p:nvPr/>
        </p:nvSpPr>
        <p:spPr>
          <a:xfrm>
            <a:off x="16579975" y="21648315"/>
            <a:ext cx="17983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00" dirty="0"/>
              <a:t>LINE proportion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2C5323-69B6-C906-071F-1F76F924E5FC}"/>
              </a:ext>
            </a:extLst>
          </p:cNvPr>
          <p:cNvSpPr txBox="1"/>
          <p:nvPr/>
        </p:nvSpPr>
        <p:spPr>
          <a:xfrm>
            <a:off x="16579975" y="21783062"/>
            <a:ext cx="17983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00" dirty="0"/>
              <a:t>LTR proportion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51C9D76-FABD-2788-3E47-AB5CD5CF159F}"/>
              </a:ext>
            </a:extLst>
          </p:cNvPr>
          <p:cNvSpPr txBox="1"/>
          <p:nvPr/>
        </p:nvSpPr>
        <p:spPr>
          <a:xfrm>
            <a:off x="16579975" y="21923467"/>
            <a:ext cx="17983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00" dirty="0"/>
              <a:t>Others proportion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CE50567-115E-10C7-7763-ABE36BD5BAE6}"/>
              </a:ext>
            </a:extLst>
          </p:cNvPr>
          <p:cNvSpPr txBox="1"/>
          <p:nvPr/>
        </p:nvSpPr>
        <p:spPr>
          <a:xfrm>
            <a:off x="16579975" y="22062634"/>
            <a:ext cx="17983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00" dirty="0"/>
              <a:t>Sine proportion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14744F1-74BC-E22D-589E-8CBEA981515E}"/>
              </a:ext>
            </a:extLst>
          </p:cNvPr>
          <p:cNvSpPr txBox="1"/>
          <p:nvPr/>
        </p:nvSpPr>
        <p:spPr>
          <a:xfrm>
            <a:off x="16579975" y="22199174"/>
            <a:ext cx="17983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00" dirty="0"/>
              <a:t>Unknown proportion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9C3F861-EB48-60B1-6F6B-F62A12C30EC6}"/>
              </a:ext>
            </a:extLst>
          </p:cNvPr>
          <p:cNvSpPr txBox="1"/>
          <p:nvPr/>
        </p:nvSpPr>
        <p:spPr>
          <a:xfrm>
            <a:off x="16579976" y="17520722"/>
            <a:ext cx="17983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LINE age x prop.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D4E01D6-7D16-5610-2012-341254E9B653}"/>
              </a:ext>
            </a:extLst>
          </p:cNvPr>
          <p:cNvSpPr txBox="1"/>
          <p:nvPr/>
        </p:nvSpPr>
        <p:spPr>
          <a:xfrm>
            <a:off x="16579976" y="17979282"/>
            <a:ext cx="17983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SINE age x prop.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F219099-E20B-AB25-B1E6-2E354EFB6D06}"/>
              </a:ext>
            </a:extLst>
          </p:cNvPr>
          <p:cNvSpPr txBox="1"/>
          <p:nvPr/>
        </p:nvSpPr>
        <p:spPr>
          <a:xfrm>
            <a:off x="16579975" y="18441297"/>
            <a:ext cx="17983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DNA proportion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367EB3B-E734-E4B9-8065-13296ED20B42}"/>
              </a:ext>
            </a:extLst>
          </p:cNvPr>
          <p:cNvSpPr txBox="1"/>
          <p:nvPr/>
        </p:nvSpPr>
        <p:spPr>
          <a:xfrm>
            <a:off x="16579975" y="18897476"/>
            <a:ext cx="17983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LINE proportion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F7B67F2-6831-2D16-B9F2-3C822FAFC274}"/>
              </a:ext>
            </a:extLst>
          </p:cNvPr>
          <p:cNvSpPr txBox="1"/>
          <p:nvPr/>
        </p:nvSpPr>
        <p:spPr>
          <a:xfrm>
            <a:off x="11634696" y="17477858"/>
            <a:ext cx="17983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LTR age x prop.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CAAF6A5-733D-6ED2-2021-FE202D8CBF43}"/>
              </a:ext>
            </a:extLst>
          </p:cNvPr>
          <p:cNvSpPr txBox="1"/>
          <p:nvPr/>
        </p:nvSpPr>
        <p:spPr>
          <a:xfrm>
            <a:off x="11634696" y="17769143"/>
            <a:ext cx="17983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SINE age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9A06190-064C-A205-1D7E-F6CCE8227CA6}"/>
              </a:ext>
            </a:extLst>
          </p:cNvPr>
          <p:cNvSpPr txBox="1"/>
          <p:nvPr/>
        </p:nvSpPr>
        <p:spPr>
          <a:xfrm>
            <a:off x="11634696" y="18062493"/>
            <a:ext cx="17983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SINE age x prop.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21BE0A4-AC21-AC8C-CCF2-B7864046FABB}"/>
              </a:ext>
            </a:extLst>
          </p:cNvPr>
          <p:cNvSpPr txBox="1"/>
          <p:nvPr/>
        </p:nvSpPr>
        <p:spPr>
          <a:xfrm>
            <a:off x="11634696" y="18358540"/>
            <a:ext cx="17983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DNA proportion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C257739-C1E2-BC29-1128-D72ECD77DC24}"/>
              </a:ext>
            </a:extLst>
          </p:cNvPr>
          <p:cNvSpPr txBox="1"/>
          <p:nvPr/>
        </p:nvSpPr>
        <p:spPr>
          <a:xfrm>
            <a:off x="11634696" y="18647547"/>
            <a:ext cx="17983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LINE proportion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2F6558-5E3E-8ABF-46A6-615605BF6D71}"/>
              </a:ext>
            </a:extLst>
          </p:cNvPr>
          <p:cNvSpPr txBox="1"/>
          <p:nvPr/>
        </p:nvSpPr>
        <p:spPr>
          <a:xfrm>
            <a:off x="11634696" y="18944836"/>
            <a:ext cx="17983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SINE proportion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0A33BBB-A682-64DD-4D14-83FDF4C73A4E}"/>
              </a:ext>
            </a:extLst>
          </p:cNvPr>
          <p:cNvSpPr txBox="1"/>
          <p:nvPr/>
        </p:nvSpPr>
        <p:spPr>
          <a:xfrm>
            <a:off x="11632699" y="21658342"/>
            <a:ext cx="17983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Others proportion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842DC34-1761-DD19-802A-75CE91D8B342}"/>
              </a:ext>
            </a:extLst>
          </p:cNvPr>
          <p:cNvGrpSpPr/>
          <p:nvPr/>
        </p:nvGrpSpPr>
        <p:grpSpPr>
          <a:xfrm>
            <a:off x="22025939" y="19128874"/>
            <a:ext cx="3818457" cy="3377744"/>
            <a:chOff x="22067850" y="19267302"/>
            <a:chExt cx="3818457" cy="3377744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85B7007-A1B2-24D6-A411-A1F8F6175B84}"/>
                </a:ext>
              </a:extLst>
            </p:cNvPr>
            <p:cNvSpPr txBox="1"/>
            <p:nvPr/>
          </p:nvSpPr>
          <p:spPr>
            <a:xfrm>
              <a:off x="23327918" y="22275714"/>
              <a:ext cx="255838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00" dirty="0"/>
                <a:t>0.5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014435C5-3188-ACC1-05F2-0240FA7293CF}"/>
                </a:ext>
              </a:extLst>
            </p:cNvPr>
            <p:cNvSpPr txBox="1"/>
            <p:nvPr/>
          </p:nvSpPr>
          <p:spPr>
            <a:xfrm>
              <a:off x="23327918" y="19267302"/>
              <a:ext cx="255838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00" dirty="0"/>
                <a:t>1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3EFB84E8-05C7-E750-7B0C-9DED076B00D3}"/>
                </a:ext>
              </a:extLst>
            </p:cNvPr>
            <p:cNvSpPr txBox="1"/>
            <p:nvPr/>
          </p:nvSpPr>
          <p:spPr>
            <a:xfrm>
              <a:off x="23327918" y="20771363"/>
              <a:ext cx="255838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00" dirty="0"/>
                <a:t>0.75</a:t>
              </a:r>
            </a:p>
          </p:txBody>
        </p: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D1104743-AD4F-F2BA-D794-7366253DDADB}"/>
                </a:ext>
              </a:extLst>
            </p:cNvPr>
            <p:cNvGrpSpPr/>
            <p:nvPr/>
          </p:nvGrpSpPr>
          <p:grpSpPr>
            <a:xfrm>
              <a:off x="22067850" y="19439268"/>
              <a:ext cx="1239826" cy="3033525"/>
              <a:chOff x="22067850" y="19439268"/>
              <a:chExt cx="1239826" cy="3033525"/>
            </a:xfrm>
          </p:grpSpPr>
          <p:pic>
            <p:nvPicPr>
              <p:cNvPr id="46" name="Picture 45">
                <a:extLst>
                  <a:ext uri="{FF2B5EF4-FFF2-40B4-BE49-F238E27FC236}">
                    <a16:creationId xmlns:a16="http://schemas.microsoft.com/office/drawing/2014/main" id="{B66DBA5C-1EBD-AD88-65B4-86A3D1EF2B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l="77335" t="70454" r="2272" b="27368"/>
              <a:stretch>
                <a:fillRect/>
              </a:stretch>
            </p:blipFill>
            <p:spPr>
              <a:xfrm rot="16200000">
                <a:off x="21267869" y="20702859"/>
                <a:ext cx="3033524" cy="506344"/>
              </a:xfrm>
              <a:prstGeom prst="rect">
                <a:avLst/>
              </a:prstGeom>
            </p:spPr>
          </p:pic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EFB6740-5B3E-697B-1DEF-FB96B879EE76}"/>
                  </a:ext>
                </a:extLst>
              </p:cNvPr>
              <p:cNvSpPr txBox="1"/>
              <p:nvPr/>
            </p:nvSpPr>
            <p:spPr>
              <a:xfrm rot="16200000">
                <a:off x="20988710" y="20755974"/>
                <a:ext cx="2558389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2000" dirty="0"/>
                  <a:t>Variable importance</a:t>
                </a:r>
              </a:p>
            </p:txBody>
          </p: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7F9A7E2A-7EC5-DCC7-3D01-0BCD5FDBC0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218140" y="19439268"/>
                <a:ext cx="0" cy="303352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4D39CCF2-89A8-59CD-ADC8-5DAD9BBC0C9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3206235" y="22460380"/>
                <a:ext cx="101441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3C1D1FE2-CD96-DFBA-188F-5C7C5B1A00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3206234" y="19451587"/>
                <a:ext cx="101441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63AEAD10-256B-8EBD-D17F-16F27DECE4A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3206233" y="20956029"/>
                <a:ext cx="101441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1302375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0B82BA50-0A5D-40FB-966F-1D37DBABE5E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8344"/>
          <a:stretch>
            <a:fillRect/>
          </a:stretch>
        </p:blipFill>
        <p:spPr>
          <a:xfrm>
            <a:off x="6170676" y="4277106"/>
            <a:ext cx="7469124" cy="550468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A9E5CA8-51A3-AAD1-8CC5-0F3AF6D7466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8344"/>
          <a:stretch>
            <a:fillRect/>
          </a:stretch>
        </p:blipFill>
        <p:spPr>
          <a:xfrm>
            <a:off x="13811250" y="4277106"/>
            <a:ext cx="7469124" cy="550468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BE559E7-9858-694D-F591-CBEA9A339FB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8344"/>
          <a:stretch>
            <a:fillRect/>
          </a:stretch>
        </p:blipFill>
        <p:spPr>
          <a:xfrm>
            <a:off x="13811250" y="9306306"/>
            <a:ext cx="7469124" cy="550468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A955FE5-D36A-615B-3B0D-04B63F9052B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18344"/>
          <a:stretch>
            <a:fillRect/>
          </a:stretch>
        </p:blipFill>
        <p:spPr>
          <a:xfrm>
            <a:off x="6170676" y="9306306"/>
            <a:ext cx="7469124" cy="550468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8E87822-1243-D950-14BC-7B240D149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67126" y="-1628394"/>
            <a:ext cx="9147048" cy="5504688"/>
          </a:xfrm>
          <a:prstGeom prst="rect">
            <a:avLst/>
          </a:prstGeom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442BCC9A-050B-0A69-1887-256ADE99825E}"/>
              </a:ext>
            </a:extLst>
          </p:cNvPr>
          <p:cNvGrpSpPr/>
          <p:nvPr/>
        </p:nvGrpSpPr>
        <p:grpSpPr>
          <a:xfrm>
            <a:off x="11632699" y="16699484"/>
            <a:ext cx="14211697" cy="6471245"/>
            <a:chOff x="11632699" y="16699484"/>
            <a:chExt cx="14211697" cy="6471245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750DDA1F-9DE9-CDBD-891B-A2A634481C8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21011" r="27940" b="16785"/>
            <a:stretch>
              <a:fillRect/>
            </a:stretch>
          </p:blipFill>
          <p:spPr>
            <a:xfrm>
              <a:off x="13428638" y="16699484"/>
              <a:ext cx="3265965" cy="3033523"/>
            </a:xfrm>
            <a:prstGeom prst="rect">
              <a:avLst/>
            </a:prstGeom>
          </p:spPr>
        </p:pic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A9A9730B-93F4-266C-1534-B5E8AED0C00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21011" r="27940" b="16785"/>
            <a:stretch>
              <a:fillRect/>
            </a:stretch>
          </p:blipFill>
          <p:spPr>
            <a:xfrm>
              <a:off x="18375288" y="16699484"/>
              <a:ext cx="3265965" cy="3033523"/>
            </a:xfrm>
            <a:prstGeom prst="rect">
              <a:avLst/>
            </a:prstGeom>
          </p:spPr>
        </p:pic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8B1C5726-FD42-C013-3787-24883109EFE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21011" r="26720" b="13734"/>
            <a:stretch>
              <a:fillRect/>
            </a:stretch>
          </p:blipFill>
          <p:spPr>
            <a:xfrm>
              <a:off x="13428638" y="19786600"/>
              <a:ext cx="3344070" cy="3144773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8049F6E6-10C4-18B6-282D-C548631342E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72582" t="14725" r="10049" b="63999"/>
            <a:stretch>
              <a:fillRect/>
            </a:stretch>
          </p:blipFill>
          <p:spPr>
            <a:xfrm>
              <a:off x="22025939" y="17564984"/>
              <a:ext cx="1811622" cy="1264421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7A9248F4-D761-03FE-D1B3-FE4735F8FA9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21011" t="7710" r="27940" b="16217"/>
            <a:stretch>
              <a:fillRect/>
            </a:stretch>
          </p:blipFill>
          <p:spPr>
            <a:xfrm>
              <a:off x="18375914" y="20066508"/>
              <a:ext cx="3265965" cy="2773173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3398842E-39E2-B15B-6186-2720C23C757C}"/>
                </a:ext>
              </a:extLst>
            </p:cNvPr>
            <p:cNvSpPr txBox="1"/>
            <p:nvPr/>
          </p:nvSpPr>
          <p:spPr>
            <a:xfrm>
              <a:off x="13539788" y="22861523"/>
              <a:ext cx="312896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Sign-aligned </a:t>
              </a:r>
              <a:r>
                <a:rPr lang="el-GR" dirty="0"/>
                <a:t>β</a:t>
              </a:r>
              <a:endParaRPr lang="en-US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EFF49E64-8BAF-A1F5-BD57-BCC79D385C14}"/>
                </a:ext>
              </a:extLst>
            </p:cNvPr>
            <p:cNvSpPr txBox="1"/>
            <p:nvPr/>
          </p:nvSpPr>
          <p:spPr>
            <a:xfrm>
              <a:off x="18491200" y="22862952"/>
              <a:ext cx="312737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Sign-aligned </a:t>
              </a:r>
              <a:r>
                <a:rPr lang="el-GR" dirty="0"/>
                <a:t>β</a:t>
              </a:r>
              <a:endParaRPr lang="en-US" dirty="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E9EA169B-3EA1-4DE8-BE4A-174F1B2E777D}"/>
                </a:ext>
              </a:extLst>
            </p:cNvPr>
            <p:cNvSpPr txBox="1"/>
            <p:nvPr/>
          </p:nvSpPr>
          <p:spPr>
            <a:xfrm>
              <a:off x="16579975" y="20406362"/>
              <a:ext cx="179832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900" dirty="0"/>
                <a:t>DNA age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B3DDBDF-BD7A-CC4B-39BD-2D6DEF746971}"/>
                </a:ext>
              </a:extLst>
            </p:cNvPr>
            <p:cNvSpPr txBox="1"/>
            <p:nvPr/>
          </p:nvSpPr>
          <p:spPr>
            <a:xfrm>
              <a:off x="16579975" y="20543490"/>
              <a:ext cx="179832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900" dirty="0"/>
                <a:t>DNA age x prop.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DF6272DA-F589-AB71-41DA-E4D83ADA2D06}"/>
                </a:ext>
              </a:extLst>
            </p:cNvPr>
            <p:cNvSpPr txBox="1"/>
            <p:nvPr/>
          </p:nvSpPr>
          <p:spPr>
            <a:xfrm>
              <a:off x="16579975" y="20682999"/>
              <a:ext cx="179832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900" dirty="0"/>
                <a:t>LINE age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11C06A4C-2BF0-A2AB-60F8-F5BCAF34EA36}"/>
                </a:ext>
              </a:extLst>
            </p:cNvPr>
            <p:cNvSpPr txBox="1"/>
            <p:nvPr/>
          </p:nvSpPr>
          <p:spPr>
            <a:xfrm>
              <a:off x="16579975" y="20817746"/>
              <a:ext cx="179832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900" dirty="0"/>
                <a:t>LTR age x prop.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69C0A8FF-FE91-AA2E-7286-E63D319F5912}"/>
                </a:ext>
              </a:extLst>
            </p:cNvPr>
            <p:cNvSpPr txBox="1"/>
            <p:nvPr/>
          </p:nvSpPr>
          <p:spPr>
            <a:xfrm>
              <a:off x="16579975" y="20956031"/>
              <a:ext cx="179832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900" dirty="0"/>
                <a:t>Others age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A9962147-630A-5B53-2AFC-6373D579ACF1}"/>
                </a:ext>
              </a:extLst>
            </p:cNvPr>
            <p:cNvSpPr txBox="1"/>
            <p:nvPr/>
          </p:nvSpPr>
          <p:spPr>
            <a:xfrm>
              <a:off x="16579975" y="21094047"/>
              <a:ext cx="179832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900" dirty="0"/>
                <a:t>Others age x prop.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AB383D81-5C5A-6335-E4E1-BC4BEDBB2A3D}"/>
                </a:ext>
              </a:extLst>
            </p:cNvPr>
            <p:cNvSpPr txBox="1"/>
            <p:nvPr/>
          </p:nvSpPr>
          <p:spPr>
            <a:xfrm>
              <a:off x="16579975" y="21233825"/>
              <a:ext cx="179832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900" dirty="0"/>
                <a:t>SINE age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CDF5739-BC06-5683-24FC-8C9055614483}"/>
                </a:ext>
              </a:extLst>
            </p:cNvPr>
            <p:cNvSpPr txBox="1"/>
            <p:nvPr/>
          </p:nvSpPr>
          <p:spPr>
            <a:xfrm>
              <a:off x="16579975" y="21370953"/>
              <a:ext cx="179832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900" dirty="0"/>
                <a:t>Unknown age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0641CAFB-31F7-21A1-50AE-BBEAE43CBE52}"/>
                </a:ext>
              </a:extLst>
            </p:cNvPr>
            <p:cNvSpPr txBox="1"/>
            <p:nvPr/>
          </p:nvSpPr>
          <p:spPr>
            <a:xfrm>
              <a:off x="16579975" y="21510291"/>
              <a:ext cx="179832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900" dirty="0"/>
                <a:t>Unknown age x prop.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27930BB3-C7D6-99DD-5197-BC9AC56D5B58}"/>
                </a:ext>
              </a:extLst>
            </p:cNvPr>
            <p:cNvSpPr txBox="1"/>
            <p:nvPr/>
          </p:nvSpPr>
          <p:spPr>
            <a:xfrm>
              <a:off x="16579975" y="21648315"/>
              <a:ext cx="179832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900" dirty="0"/>
                <a:t>LINE proportion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8AA00DFB-74EB-3D7E-65CD-81CBB0EBEFDC}"/>
                </a:ext>
              </a:extLst>
            </p:cNvPr>
            <p:cNvSpPr txBox="1"/>
            <p:nvPr/>
          </p:nvSpPr>
          <p:spPr>
            <a:xfrm>
              <a:off x="16579975" y="21783062"/>
              <a:ext cx="179832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900" dirty="0"/>
                <a:t>LTR proportion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4F7F41E-54AA-6241-D9CB-42E16FB1842F}"/>
                </a:ext>
              </a:extLst>
            </p:cNvPr>
            <p:cNvSpPr txBox="1"/>
            <p:nvPr/>
          </p:nvSpPr>
          <p:spPr>
            <a:xfrm>
              <a:off x="16579975" y="21923467"/>
              <a:ext cx="179832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900" dirty="0"/>
                <a:t>Others proportion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DA5EF26F-F90E-59A7-D9C2-1D34811B666D}"/>
                </a:ext>
              </a:extLst>
            </p:cNvPr>
            <p:cNvSpPr txBox="1"/>
            <p:nvPr/>
          </p:nvSpPr>
          <p:spPr>
            <a:xfrm>
              <a:off x="16579975" y="22062634"/>
              <a:ext cx="179832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900" dirty="0"/>
                <a:t>Sine proportion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E20DD714-6F70-2BF0-06AE-E5C4FA6F0427}"/>
                </a:ext>
              </a:extLst>
            </p:cNvPr>
            <p:cNvSpPr txBox="1"/>
            <p:nvPr/>
          </p:nvSpPr>
          <p:spPr>
            <a:xfrm>
              <a:off x="16579975" y="22199174"/>
              <a:ext cx="179832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900" dirty="0"/>
                <a:t>Unknown proportion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30A763B6-BAF5-071B-07E5-1E8BEAC70CD2}"/>
                </a:ext>
              </a:extLst>
            </p:cNvPr>
            <p:cNvSpPr txBox="1"/>
            <p:nvPr/>
          </p:nvSpPr>
          <p:spPr>
            <a:xfrm>
              <a:off x="16579976" y="17520722"/>
              <a:ext cx="17983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/>
                <a:t>LINE age x prop.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B5132831-5BA7-8610-7BA9-8B454786D3B4}"/>
                </a:ext>
              </a:extLst>
            </p:cNvPr>
            <p:cNvSpPr txBox="1"/>
            <p:nvPr/>
          </p:nvSpPr>
          <p:spPr>
            <a:xfrm>
              <a:off x="16579976" y="17979282"/>
              <a:ext cx="17983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/>
                <a:t>SINE age x prop.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D12CEAB-53C7-BC18-672A-89295923455F}"/>
                </a:ext>
              </a:extLst>
            </p:cNvPr>
            <p:cNvSpPr txBox="1"/>
            <p:nvPr/>
          </p:nvSpPr>
          <p:spPr>
            <a:xfrm>
              <a:off x="16579975" y="18441297"/>
              <a:ext cx="17983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/>
                <a:t>DNA proportion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0EF45E4-47CA-BAA5-8EC0-A3564CFF4620}"/>
                </a:ext>
              </a:extLst>
            </p:cNvPr>
            <p:cNvSpPr txBox="1"/>
            <p:nvPr/>
          </p:nvSpPr>
          <p:spPr>
            <a:xfrm>
              <a:off x="16579975" y="18897476"/>
              <a:ext cx="17983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/>
                <a:t>LINE proportion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A8A9E131-66D6-15CA-0306-07075EF9A60D}"/>
                </a:ext>
              </a:extLst>
            </p:cNvPr>
            <p:cNvSpPr txBox="1"/>
            <p:nvPr/>
          </p:nvSpPr>
          <p:spPr>
            <a:xfrm>
              <a:off x="11634696" y="17477858"/>
              <a:ext cx="17983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/>
                <a:t>LTR age x prop.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343819C-65EA-E673-F978-F1499F655D5E}"/>
                </a:ext>
              </a:extLst>
            </p:cNvPr>
            <p:cNvSpPr txBox="1"/>
            <p:nvPr/>
          </p:nvSpPr>
          <p:spPr>
            <a:xfrm>
              <a:off x="11634696" y="17769143"/>
              <a:ext cx="17983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/>
                <a:t>SINE age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36829DA6-31DB-DF28-A25F-B28E4C9D6B85}"/>
                </a:ext>
              </a:extLst>
            </p:cNvPr>
            <p:cNvSpPr txBox="1"/>
            <p:nvPr/>
          </p:nvSpPr>
          <p:spPr>
            <a:xfrm>
              <a:off x="11634696" y="18062493"/>
              <a:ext cx="17983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/>
                <a:t>SINE age x prop.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038B15C0-D420-5570-3C49-213955BA8B9A}"/>
                </a:ext>
              </a:extLst>
            </p:cNvPr>
            <p:cNvSpPr txBox="1"/>
            <p:nvPr/>
          </p:nvSpPr>
          <p:spPr>
            <a:xfrm>
              <a:off x="11634696" y="18358540"/>
              <a:ext cx="17983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/>
                <a:t>DNA proportion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537FB95D-5F3A-0474-F2AF-13A73A3E985D}"/>
                </a:ext>
              </a:extLst>
            </p:cNvPr>
            <p:cNvSpPr txBox="1"/>
            <p:nvPr/>
          </p:nvSpPr>
          <p:spPr>
            <a:xfrm>
              <a:off x="11634696" y="18647547"/>
              <a:ext cx="17983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/>
                <a:t>LINE proportion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8C0883EA-F5A5-12C7-BE43-732CA06D00F1}"/>
                </a:ext>
              </a:extLst>
            </p:cNvPr>
            <p:cNvSpPr txBox="1"/>
            <p:nvPr/>
          </p:nvSpPr>
          <p:spPr>
            <a:xfrm>
              <a:off x="11634696" y="18944836"/>
              <a:ext cx="17983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/>
                <a:t>SINE proportion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9AB71B6-B816-D223-3014-6ACF25C7C666}"/>
                </a:ext>
              </a:extLst>
            </p:cNvPr>
            <p:cNvSpPr txBox="1"/>
            <p:nvPr/>
          </p:nvSpPr>
          <p:spPr>
            <a:xfrm>
              <a:off x="11632699" y="21658342"/>
              <a:ext cx="17983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/>
                <a:t>Others proportion</a:t>
              </a:r>
            </a:p>
          </p:txBody>
        </p: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2CF35F9A-5418-001D-3ACA-A321B8090530}"/>
                </a:ext>
              </a:extLst>
            </p:cNvPr>
            <p:cNvGrpSpPr/>
            <p:nvPr/>
          </p:nvGrpSpPr>
          <p:grpSpPr>
            <a:xfrm>
              <a:off x="22025939" y="19128874"/>
              <a:ext cx="3818457" cy="3377744"/>
              <a:chOff x="22067850" y="19267302"/>
              <a:chExt cx="3818457" cy="3377744"/>
            </a:xfrm>
          </p:grpSpPr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CBE61776-356A-C0FC-F918-262603737613}"/>
                  </a:ext>
                </a:extLst>
              </p:cNvPr>
              <p:cNvSpPr txBox="1"/>
              <p:nvPr/>
            </p:nvSpPr>
            <p:spPr>
              <a:xfrm>
                <a:off x="23327918" y="22275714"/>
                <a:ext cx="255838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/>
                  <a:t>0.5</a:t>
                </a:r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50D9B5D-FE27-DC44-9DCE-72B47A0D0804}"/>
                  </a:ext>
                </a:extLst>
              </p:cNvPr>
              <p:cNvSpPr txBox="1"/>
              <p:nvPr/>
            </p:nvSpPr>
            <p:spPr>
              <a:xfrm>
                <a:off x="23327918" y="19267302"/>
                <a:ext cx="255838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/>
                  <a:t>1</a:t>
                </a:r>
              </a:p>
            </p:txBody>
          </p: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ABE1A89-B035-0929-A4F3-02E189C1C44B}"/>
                  </a:ext>
                </a:extLst>
              </p:cNvPr>
              <p:cNvSpPr txBox="1"/>
              <p:nvPr/>
            </p:nvSpPr>
            <p:spPr>
              <a:xfrm>
                <a:off x="23327918" y="20771363"/>
                <a:ext cx="255838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/>
                  <a:t>0.75</a:t>
                </a:r>
              </a:p>
            </p:txBody>
          </p:sp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CB655D39-04E9-1D09-0DF7-3C9ABAB11CCA}"/>
                  </a:ext>
                </a:extLst>
              </p:cNvPr>
              <p:cNvGrpSpPr/>
              <p:nvPr/>
            </p:nvGrpSpPr>
            <p:grpSpPr>
              <a:xfrm>
                <a:off x="22067850" y="19439268"/>
                <a:ext cx="1239826" cy="3033525"/>
                <a:chOff x="22067850" y="19439268"/>
                <a:chExt cx="1239826" cy="3033525"/>
              </a:xfrm>
            </p:grpSpPr>
            <p:pic>
              <p:nvPicPr>
                <p:cNvPr id="75" name="Picture 74">
                  <a:extLst>
                    <a:ext uri="{FF2B5EF4-FFF2-40B4-BE49-F238E27FC236}">
                      <a16:creationId xmlns:a16="http://schemas.microsoft.com/office/drawing/2014/main" id="{F1423686-C381-7814-5CFD-F9B4A940971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rcRect l="77335" t="70454" r="2272" b="27368"/>
                <a:stretch>
                  <a:fillRect/>
                </a:stretch>
              </p:blipFill>
              <p:spPr>
                <a:xfrm rot="16200000">
                  <a:off x="21267869" y="20702859"/>
                  <a:ext cx="3033524" cy="506344"/>
                </a:xfrm>
                <a:prstGeom prst="rect">
                  <a:avLst/>
                </a:prstGeom>
              </p:spPr>
            </p:pic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F48AA836-53F2-B629-5FD0-3BEEA242DD60}"/>
                    </a:ext>
                  </a:extLst>
                </p:cNvPr>
                <p:cNvSpPr txBox="1"/>
                <p:nvPr/>
              </p:nvSpPr>
              <p:spPr>
                <a:xfrm rot="16200000">
                  <a:off x="20988710" y="20755974"/>
                  <a:ext cx="2558389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r"/>
                  <a:r>
                    <a:rPr lang="en-US" sz="2000" dirty="0"/>
                    <a:t>Variable importance</a:t>
                  </a:r>
                </a:p>
              </p:txBody>
            </p: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4DBE5AF9-F462-AFBE-357B-4F01A1A10E2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218140" y="19439268"/>
                  <a:ext cx="0" cy="303352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D2019806-1810-2754-5B7C-A1A6B29A84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3206235" y="22460380"/>
                  <a:ext cx="101441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C39C2583-AF5E-9147-1881-A54D084C22B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3206234" y="19451587"/>
                  <a:ext cx="101441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88D0C53F-C03D-460A-49D6-9469DCCD630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3206233" y="20956029"/>
                  <a:ext cx="101441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3880</TotalTime>
  <Words>167</Words>
  <Application>Microsoft Office PowerPoint</Application>
  <PresentationFormat>Custom</PresentationFormat>
  <Paragraphs>63</Paragraphs>
  <Slides>3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Calibri</vt:lpstr>
      <vt:lpstr>Arial</vt:lpstr>
      <vt:lpstr>Office Theme</vt:lpstr>
      <vt:lpstr>Packager Shell Object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Tomoni Minamoto</dc:creator>
  <cp:lastModifiedBy>Zhaobo Hu</cp:lastModifiedBy>
  <cp:revision>203</cp:revision>
  <dcterms:created xsi:type="dcterms:W3CDTF">2014-10-11T23:18:25Z</dcterms:created>
  <dcterms:modified xsi:type="dcterms:W3CDTF">2026-05-18T19:28:53Z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38202f9-8d41-4950-b014-f183e397b746_Enabled">
    <vt:lpwstr>true</vt:lpwstr>
  </property>
  <property fmtid="{D5CDD505-2E9C-101B-9397-08002B2CF9AE}" pid="3" name="MSIP_Label_638202f9-8d41-4950-b014-f183e397b746_SetDate">
    <vt:lpwstr>2026-05-17T01:19:50Z</vt:lpwstr>
  </property>
  <property fmtid="{D5CDD505-2E9C-101B-9397-08002B2CF9AE}" pid="4" name="MSIP_Label_638202f9-8d41-4950-b014-f183e397b746_Method">
    <vt:lpwstr>Standard</vt:lpwstr>
  </property>
  <property fmtid="{D5CDD505-2E9C-101B-9397-08002B2CF9AE}" pid="5" name="MSIP_Label_638202f9-8d41-4950-b014-f183e397b746_Name">
    <vt:lpwstr>defa4170-0d19-0005-0004-bc88714345d2</vt:lpwstr>
  </property>
  <property fmtid="{D5CDD505-2E9C-101B-9397-08002B2CF9AE}" pid="6" name="MSIP_Label_638202f9-8d41-4950-b014-f183e397b746_SiteId">
    <vt:lpwstr>13b3b0ce-cd75-49a4-bfea-0a03b01ff1ab</vt:lpwstr>
  </property>
  <property fmtid="{D5CDD505-2E9C-101B-9397-08002B2CF9AE}" pid="7" name="MSIP_Label_638202f9-8d41-4950-b014-f183e397b746_ActionId">
    <vt:lpwstr>7186205e-f81f-4adf-9b57-a268fae9f835</vt:lpwstr>
  </property>
  <property fmtid="{D5CDD505-2E9C-101B-9397-08002B2CF9AE}" pid="8" name="MSIP_Label_638202f9-8d41-4950-b014-f183e397b746_ContentBits">
    <vt:lpwstr>0</vt:lpwstr>
  </property>
  <property fmtid="{D5CDD505-2E9C-101B-9397-08002B2CF9AE}" pid="9" name="MSIP_Label_638202f9-8d41-4950-b014-f183e397b746_Tag">
    <vt:lpwstr>10, 3, 0, 1</vt:lpwstr>
  </property>
</Properties>
</file>