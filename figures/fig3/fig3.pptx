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8" r:id="rId3"/>
  </p:sldIdLst>
  <p:sldSz cx="36576000" cy="32918400"/>
  <p:notesSz cx="7010400" cy="92964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369">
          <p15:clr>
            <a:srgbClr val="A4A3A4"/>
          </p15:clr>
        </p15:guide>
        <p15:guide id="2" pos="11521">
          <p15:clr>
            <a:srgbClr val="A4A3A4"/>
          </p15:clr>
        </p15:guide>
      </p15:sldGuideLst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0" roundtripDataSignature="AMtx7mhiytGPk8UOxiAGs9KaAxakDbg4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B528B"/>
    <a:srgbClr val="440154"/>
    <a:srgbClr val="5DC863"/>
    <a:srgbClr val="2C728E"/>
    <a:srgbClr val="21908C"/>
    <a:srgbClr val="27AD81"/>
    <a:srgbClr val="AADC32"/>
    <a:srgbClr val="FDE725"/>
    <a:srgbClr val="472D7B"/>
    <a:srgbClr val="4402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94" autoAdjust="0"/>
    <p:restoredTop sz="94708"/>
  </p:normalViewPr>
  <p:slideViewPr>
    <p:cSldViewPr snapToGrid="0">
      <p:cViewPr varScale="1">
        <p:scale>
          <a:sx n="22" d="100"/>
          <a:sy n="22" d="100"/>
        </p:scale>
        <p:origin x="2712" y="102"/>
      </p:cViewPr>
      <p:guideLst>
        <p:guide orient="horz" pos="10369"/>
        <p:guide pos="11521"/>
      </p:guideLst>
    </p:cSldViewPr>
  </p:slid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presProps" Target="presProps.xml"/><Relationship Id="rId10" Type="http://customschemas.google.com/relationships/presentationmetadata" Target="metadata"/><Relationship Id="rId4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970338" y="0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568450" y="696913"/>
            <a:ext cx="38735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1675" y="4416425"/>
            <a:ext cx="5607050" cy="4183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t" anchorCtr="0">
            <a:noAutofit/>
          </a:bodyPr>
          <a:lstStyle>
            <a:lvl1pPr marL="457200" marR="0" lvl="0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1402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970338" y="8829675"/>
            <a:ext cx="3038475" cy="4651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50" tIns="46575" rIns="93150" bIns="465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6"/>
          <p:cNvSpPr txBox="1">
            <a:spLocks noGrp="1"/>
          </p:cNvSpPr>
          <p:nvPr>
            <p:ph type="title"/>
          </p:nvPr>
        </p:nvSpPr>
        <p:spPr>
          <a:xfrm>
            <a:off x="2889253" y="21153122"/>
            <a:ext cx="31089600" cy="6537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5545" b="1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6"/>
          <p:cNvSpPr txBox="1">
            <a:spLocks noGrp="1"/>
          </p:cNvSpPr>
          <p:nvPr>
            <p:ph type="body" idx="1"/>
          </p:nvPr>
        </p:nvSpPr>
        <p:spPr>
          <a:xfrm>
            <a:off x="2889253" y="13952226"/>
            <a:ext cx="31089600" cy="7200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544"/>
              </a:spcBef>
              <a:spcAft>
                <a:spcPts val="0"/>
              </a:spcAft>
              <a:buClr>
                <a:srgbClr val="888888"/>
              </a:buClr>
              <a:buSzPts val="7722"/>
              <a:buNone/>
              <a:defRPr sz="7722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1382"/>
              </a:spcBef>
              <a:spcAft>
                <a:spcPts val="0"/>
              </a:spcAft>
              <a:buClr>
                <a:srgbClr val="888888"/>
              </a:buClr>
              <a:buSzPts val="6909"/>
              <a:buNone/>
              <a:defRPr sz="6908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1240"/>
              </a:spcBef>
              <a:spcAft>
                <a:spcPts val="0"/>
              </a:spcAft>
              <a:buClr>
                <a:srgbClr val="888888"/>
              </a:buClr>
              <a:buSzPts val="6198"/>
              <a:buNone/>
              <a:defRPr sz="6198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1097"/>
              </a:spcBef>
              <a:spcAft>
                <a:spcPts val="0"/>
              </a:spcAft>
              <a:buClr>
                <a:srgbClr val="888888"/>
              </a:buClr>
              <a:buSzPts val="5486"/>
              <a:buNone/>
              <a:defRPr sz="5486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1828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2"/>
          </p:nvPr>
        </p:nvSpPr>
        <p:spPr>
          <a:xfrm>
            <a:off x="18592802" y="7680966"/>
            <a:ext cx="16154400" cy="217246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•"/>
              <a:defRPr sz="10871"/>
            </a:lvl1pPr>
            <a:lvl2pPr marL="914400" lvl="1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–"/>
              <a:defRPr sz="9347"/>
            </a:lvl2pPr>
            <a:lvl3pPr marL="1371600" lvl="2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3pPr>
            <a:lvl4pPr marL="1828800" lvl="3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–"/>
              <a:defRPr sz="6908"/>
            </a:lvl4pPr>
            <a:lvl5pPr marL="2286000" lvl="4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»"/>
              <a:defRPr sz="6908"/>
            </a:lvl5pPr>
            <a:lvl6pPr marL="2743200" lvl="5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6pPr>
            <a:lvl7pPr marL="3200400" lvl="6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7pPr>
            <a:lvl8pPr marL="3657600" lvl="7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8pPr>
            <a:lvl9pPr marL="4114800" lvl="8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body" idx="1"/>
          </p:nvPr>
        </p:nvSpPr>
        <p:spPr>
          <a:xfrm>
            <a:off x="1828803" y="7368542"/>
            <a:ext cx="16160753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body" idx="2"/>
          </p:nvPr>
        </p:nvSpPr>
        <p:spPr>
          <a:xfrm>
            <a:off x="1828803" y="10439400"/>
            <a:ext cx="16160753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body" idx="3"/>
          </p:nvPr>
        </p:nvSpPr>
        <p:spPr>
          <a:xfrm>
            <a:off x="18580106" y="7368542"/>
            <a:ext cx="16167101" cy="30708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marL="457200" lvl="0" indent="-228600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None/>
              <a:defRPr sz="9347" b="1"/>
            </a:lvl1pPr>
            <a:lvl2pPr marL="914400" lvl="1" indent="-228600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None/>
              <a:defRPr sz="7722" b="1"/>
            </a:lvl2pPr>
            <a:lvl3pPr marL="1371600" lvl="2" indent="-228600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None/>
              <a:defRPr sz="6908" b="1"/>
            </a:lvl3pPr>
            <a:lvl4pPr marL="1828800" lvl="3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4pPr>
            <a:lvl5pPr marL="2286000" lvl="4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5pPr>
            <a:lvl6pPr marL="2743200" lvl="5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6pPr>
            <a:lvl7pPr marL="3200400" lvl="6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7pPr>
            <a:lvl8pPr marL="3657600" lvl="7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8pPr>
            <a:lvl9pPr marL="4114800" lvl="8" indent="-228600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None/>
              <a:defRPr sz="6198" b="1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4"/>
          </p:nvPr>
        </p:nvSpPr>
        <p:spPr>
          <a:xfrm>
            <a:off x="18580106" y="10439400"/>
            <a:ext cx="16167101" cy="189661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1pPr>
            <a:lvl2pPr marL="914400" lvl="1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2pPr>
            <a:lvl3pPr marL="1371600" lvl="2" indent="-667321" algn="l">
              <a:spcBef>
                <a:spcPts val="1382"/>
              </a:spcBef>
              <a:spcAft>
                <a:spcPts val="0"/>
              </a:spcAft>
              <a:buClr>
                <a:schemeClr val="dk1"/>
              </a:buClr>
              <a:buSzPts val="6909"/>
              <a:buChar char="•"/>
              <a:defRPr sz="6908"/>
            </a:lvl3pPr>
            <a:lvl4pPr marL="1828800" lvl="3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–"/>
              <a:defRPr sz="6198"/>
            </a:lvl4pPr>
            <a:lvl5pPr marL="2286000" lvl="4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»"/>
              <a:defRPr sz="6198"/>
            </a:lvl5pPr>
            <a:lvl6pPr marL="2743200" lvl="5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6pPr>
            <a:lvl7pPr marL="3200400" lvl="6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7pPr>
            <a:lvl8pPr marL="3657600" lvl="7" indent="-622173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8pPr>
            <a:lvl9pPr marL="4114800" lvl="8" indent="-622172" algn="l">
              <a:spcBef>
                <a:spcPts val="1240"/>
              </a:spcBef>
              <a:spcAft>
                <a:spcPts val="0"/>
              </a:spcAft>
              <a:buClr>
                <a:schemeClr val="dk1"/>
              </a:buClr>
              <a:buSzPts val="6198"/>
              <a:buChar char="•"/>
              <a:defRPr sz="6198"/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9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9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>
            <a:spLocks noGrp="1"/>
          </p:cNvSpPr>
          <p:nvPr>
            <p:ph type="title"/>
          </p:nvPr>
        </p:nvSpPr>
        <p:spPr>
          <a:xfrm>
            <a:off x="1828805" y="1310640"/>
            <a:ext cx="12033252" cy="55778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body" idx="1"/>
          </p:nvPr>
        </p:nvSpPr>
        <p:spPr>
          <a:xfrm>
            <a:off x="14300202" y="1310643"/>
            <a:ext cx="20447000" cy="280949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1015682" algn="l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Char char="•"/>
              <a:defRPr sz="12395"/>
            </a:lvl1pPr>
            <a:lvl2pPr marL="914400" lvl="1" indent="-918908" algn="l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Char char="–"/>
              <a:defRPr sz="10871"/>
            </a:lvl2pPr>
            <a:lvl3pPr marL="1371600" lvl="2" indent="-822134" algn="l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Char char="•"/>
              <a:defRPr sz="9347"/>
            </a:lvl3pPr>
            <a:lvl4pPr marL="1828800" lvl="3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–"/>
              <a:defRPr sz="7722"/>
            </a:lvl4pPr>
            <a:lvl5pPr marL="2286000" lvl="4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»"/>
              <a:defRPr sz="7722"/>
            </a:lvl5pPr>
            <a:lvl6pPr marL="2743200" lvl="5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6pPr>
            <a:lvl7pPr marL="3200400" lvl="6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7pPr>
            <a:lvl8pPr marL="3657600" lvl="7" indent="-718947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8pPr>
            <a:lvl9pPr marL="4114800" lvl="8" indent="-718946" algn="l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Char char="•"/>
              <a:defRPr sz="7722"/>
            </a:lvl9pPr>
          </a:lstStyle>
          <a:p>
            <a:endParaRPr/>
          </a:p>
        </p:txBody>
      </p:sp>
      <p:sp>
        <p:nvSpPr>
          <p:cNvPr id="61" name="Google Shape;61;p10"/>
          <p:cNvSpPr txBox="1">
            <a:spLocks noGrp="1"/>
          </p:cNvSpPr>
          <p:nvPr>
            <p:ph type="body" idx="2"/>
          </p:nvPr>
        </p:nvSpPr>
        <p:spPr>
          <a:xfrm>
            <a:off x="1828805" y="6888486"/>
            <a:ext cx="12033252" cy="22517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2" name="Google Shape;62;p10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0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>
            <a:spLocks noGrp="1"/>
          </p:cNvSpPr>
          <p:nvPr>
            <p:ph type="title"/>
          </p:nvPr>
        </p:nvSpPr>
        <p:spPr>
          <a:xfrm>
            <a:off x="7169154" y="23042880"/>
            <a:ext cx="21945600" cy="27203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722" b="1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>
            <a:spLocks noGrp="1"/>
          </p:cNvSpPr>
          <p:nvPr>
            <p:ph type="pic" idx="2"/>
          </p:nvPr>
        </p:nvSpPr>
        <p:spPr>
          <a:xfrm>
            <a:off x="7169154" y="2941322"/>
            <a:ext cx="21945600" cy="1975104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7169154" y="25763223"/>
            <a:ext cx="21945600" cy="3863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228600" algn="l">
              <a:spcBef>
                <a:spcPts val="1097"/>
              </a:spcBef>
              <a:spcAft>
                <a:spcPts val="0"/>
              </a:spcAft>
              <a:buClr>
                <a:schemeClr val="dk1"/>
              </a:buClr>
              <a:buSzPts val="5486"/>
              <a:buNone/>
              <a:defRPr sz="5486"/>
            </a:lvl1pPr>
            <a:lvl2pPr marL="914400" lvl="1" indent="-228600" algn="l">
              <a:spcBef>
                <a:spcPts val="935"/>
              </a:spcBef>
              <a:spcAft>
                <a:spcPts val="0"/>
              </a:spcAft>
              <a:buClr>
                <a:schemeClr val="dk1"/>
              </a:buClr>
              <a:buSzPts val="4674"/>
              <a:buNone/>
              <a:defRPr sz="4674"/>
            </a:lvl2pPr>
            <a:lvl3pPr marL="1371600" lvl="2" indent="-228600" algn="l">
              <a:spcBef>
                <a:spcPts val="772"/>
              </a:spcBef>
              <a:spcAft>
                <a:spcPts val="0"/>
              </a:spcAft>
              <a:buClr>
                <a:schemeClr val="dk1"/>
              </a:buClr>
              <a:buSzPts val="3861"/>
              <a:buNone/>
              <a:defRPr sz="3861"/>
            </a:lvl3pPr>
            <a:lvl4pPr marL="1828800" lvl="3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4pPr>
            <a:lvl5pPr marL="2286000" lvl="4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5pPr>
            <a:lvl6pPr marL="2743200" lvl="5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6pPr>
            <a:lvl7pPr marL="3200400" lvl="6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7pPr>
            <a:lvl8pPr marL="3657600" lvl="7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8pPr>
            <a:lvl9pPr marL="4114800" lvl="8" indent="-228600" algn="l">
              <a:spcBef>
                <a:spcPts val="691"/>
              </a:spcBef>
              <a:spcAft>
                <a:spcPts val="0"/>
              </a:spcAft>
              <a:buClr>
                <a:schemeClr val="dk1"/>
              </a:buClr>
              <a:buSzPts val="3454"/>
              <a:buNone/>
              <a:defRPr sz="3454"/>
            </a:lvl9pPr>
          </a:lstStyle>
          <a:p>
            <a:endParaRPr/>
          </a:p>
        </p:txBody>
      </p:sp>
      <p:sp>
        <p:nvSpPr>
          <p:cNvPr id="69" name="Google Shape;69;p11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2"/>
          <p:cNvSpPr txBox="1">
            <a:spLocks noGrp="1"/>
          </p:cNvSpPr>
          <p:nvPr>
            <p:ph type="body" idx="1"/>
          </p:nvPr>
        </p:nvSpPr>
        <p:spPr>
          <a:xfrm rot="5400000">
            <a:off x="7425523" y="2084045"/>
            <a:ext cx="21724953" cy="32917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3"/>
          <p:cNvSpPr txBox="1">
            <a:spLocks noGrp="1"/>
          </p:cNvSpPr>
          <p:nvPr>
            <p:ph type="title"/>
          </p:nvPr>
        </p:nvSpPr>
        <p:spPr>
          <a:xfrm rot="5400000">
            <a:off x="85751673" y="53160931"/>
            <a:ext cx="134820662" cy="41148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3"/>
          <p:cNvSpPr txBox="1">
            <a:spLocks noGrp="1"/>
          </p:cNvSpPr>
          <p:nvPr>
            <p:ph type="body" idx="1"/>
          </p:nvPr>
        </p:nvSpPr>
        <p:spPr>
          <a:xfrm rot="5400000">
            <a:off x="3150869" y="12317731"/>
            <a:ext cx="134820662" cy="1228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3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3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3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829042" y="1318072"/>
            <a:ext cx="32917916" cy="5487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7069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body" idx="1"/>
          </p:nvPr>
        </p:nvSpPr>
        <p:spPr>
          <a:xfrm>
            <a:off x="1829042" y="7680526"/>
            <a:ext cx="32917916" cy="217249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t" anchorCtr="0">
            <a:noAutofit/>
          </a:bodyPr>
          <a:lstStyle>
            <a:lvl1pPr marL="457200" marR="0" lvl="0" indent="-1015682" algn="l" rtl="0">
              <a:spcBef>
                <a:spcPts val="2479"/>
              </a:spcBef>
              <a:spcAft>
                <a:spcPts val="0"/>
              </a:spcAft>
              <a:buClr>
                <a:schemeClr val="dk1"/>
              </a:buClr>
              <a:buSzPts val="12395"/>
              <a:buFont typeface="Arial"/>
              <a:buChar char="•"/>
              <a:defRPr sz="1239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18908" algn="l" rtl="0">
              <a:spcBef>
                <a:spcPts val="2174"/>
              </a:spcBef>
              <a:spcAft>
                <a:spcPts val="0"/>
              </a:spcAft>
              <a:buClr>
                <a:schemeClr val="dk1"/>
              </a:buClr>
              <a:buSzPts val="10871"/>
              <a:buFont typeface="Arial"/>
              <a:buChar char="–"/>
              <a:defRPr sz="1087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22134" algn="l" rtl="0">
              <a:spcBef>
                <a:spcPts val="1869"/>
              </a:spcBef>
              <a:spcAft>
                <a:spcPts val="0"/>
              </a:spcAft>
              <a:buClr>
                <a:schemeClr val="dk1"/>
              </a:buClr>
              <a:buSzPts val="9347"/>
              <a:buFont typeface="Arial"/>
              <a:buChar char="•"/>
              <a:defRPr sz="9347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–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»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18947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18946" algn="l" rtl="0">
              <a:spcBef>
                <a:spcPts val="1544"/>
              </a:spcBef>
              <a:spcAft>
                <a:spcPts val="0"/>
              </a:spcAft>
              <a:buClr>
                <a:schemeClr val="dk1"/>
              </a:buClr>
              <a:buSzPts val="7722"/>
              <a:buFont typeface="Arial"/>
              <a:buChar char="•"/>
              <a:defRPr sz="772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1829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12496840" y="30510162"/>
            <a:ext cx="11582320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90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26213043" y="30510162"/>
            <a:ext cx="8533917" cy="1753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49525" tIns="174750" rIns="349525" bIns="17475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None/>
              <a:defRPr sz="4674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emf"/><Relationship Id="rId4" Type="http://schemas.openxmlformats.org/officeDocument/2006/relationships/oleObject" Target="../embeddings/oleObject2.bin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image" Target="../media/image5.emf"/><Relationship Id="rId7" Type="http://schemas.openxmlformats.org/officeDocument/2006/relationships/oleObject" Target="../embeddings/oleObject1.bin"/><Relationship Id="rId12" Type="http://schemas.openxmlformats.org/officeDocument/2006/relationships/image" Target="../media/image10.svg"/><Relationship Id="rId2" Type="http://schemas.openxmlformats.org/officeDocument/2006/relationships/image" Target="../media/image4.emf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emf"/><Relationship Id="rId11" Type="http://schemas.openxmlformats.org/officeDocument/2006/relationships/image" Target="../media/image9.emf"/><Relationship Id="rId5" Type="http://schemas.openxmlformats.org/officeDocument/2006/relationships/image" Target="../media/image7.emf"/><Relationship Id="rId10" Type="http://schemas.openxmlformats.org/officeDocument/2006/relationships/image" Target="../media/image2.emf"/><Relationship Id="rId4" Type="http://schemas.openxmlformats.org/officeDocument/2006/relationships/image" Target="../media/image6.emf"/><Relationship Id="rId9" Type="http://schemas.openxmlformats.org/officeDocument/2006/relationships/oleObject" Target="../embeddings/oleObject2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09CAA071-A88A-9345-9C5E-670D8989312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0037387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2" imgW="400069" imgH="514350" progId="Package">
                  <p:embed/>
                </p:oleObj>
              </mc:Choice>
              <mc:Fallback>
                <p:oleObj name="Packager Shell Object" showAsIcon="1" r:id="rId2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86D2717A-0DF5-7447-97FA-7EE5E471C50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2366214"/>
              </p:ext>
            </p:extLst>
          </p:nvPr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4" imgW="400069" imgH="514350" progId="Package">
                  <p:embed/>
                </p:oleObj>
              </mc:Choice>
              <mc:Fallback>
                <p:oleObj name="Packager Shell Object" showAsIcon="1" r:id="rId4" imgW="400069" imgH="514350" progId="Package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Graphic 2">
            <a:extLst>
              <a:ext uri="{FF2B5EF4-FFF2-40B4-BE49-F238E27FC236}">
                <a16:creationId xmlns:a16="http://schemas.microsoft.com/office/drawing/2014/main" id="{22CA4DC1-9CED-4624-8896-E9B3237C1F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363" r="13571"/>
          <a:stretch>
            <a:fillRect/>
          </a:stretch>
        </p:blipFill>
        <p:spPr>
          <a:xfrm>
            <a:off x="498474" y="8524410"/>
            <a:ext cx="31113639" cy="1586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01468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F3683-7CB9-35A5-7D6B-3284A6961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78F79609-F6C8-CC6F-FB1D-614574F6F58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712" t="14130" r="27933" b="21394"/>
          <a:stretch>
            <a:fillRect/>
          </a:stretch>
        </p:blipFill>
        <p:spPr>
          <a:xfrm>
            <a:off x="18355668" y="17214065"/>
            <a:ext cx="3285584" cy="235044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8FF0DA9-6830-02E1-81B3-249110A7CB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0458" t="14073" r="27631" b="21670"/>
          <a:stretch>
            <a:fillRect/>
          </a:stretch>
        </p:blipFill>
        <p:spPr>
          <a:xfrm>
            <a:off x="13062606" y="17214065"/>
            <a:ext cx="3321196" cy="2342413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F7BD8A3-3012-563B-BC4E-BC1B1E3E012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0709" t="14541" r="27622" b="22001"/>
          <a:stretch>
            <a:fillRect/>
          </a:stretch>
        </p:blipFill>
        <p:spPr>
          <a:xfrm>
            <a:off x="13078195" y="20318082"/>
            <a:ext cx="3305607" cy="2313317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EC029F50-D2E9-A23A-A1F0-466C66E7C74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1014" t="13670" r="27631" b="21951"/>
          <a:stretch>
            <a:fillRect/>
          </a:stretch>
        </p:blipFill>
        <p:spPr>
          <a:xfrm>
            <a:off x="18375911" y="20284519"/>
            <a:ext cx="3285583" cy="234688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A8C6A341-4651-E63C-29F7-B8F8FEA22F4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0693" t="13669" r="27952" b="21961"/>
          <a:stretch>
            <a:fillRect/>
          </a:stretch>
        </p:blipFill>
        <p:spPr>
          <a:xfrm>
            <a:off x="18355669" y="20284876"/>
            <a:ext cx="3285583" cy="2346523"/>
          </a:xfrm>
          <a:prstGeom prst="rect">
            <a:avLst/>
          </a:prstGeom>
        </p:spPr>
      </p:pic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CA2A0A56-CD58-623E-D7BC-C59EC5138FD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7" imgW="400069" imgH="514350" progId="Package">
                  <p:embed/>
                </p:oleObj>
              </mc:Choice>
              <mc:Fallback>
                <p:oleObj name="Packager Shell Object" showAsIcon="1" r:id="rId7" imgW="400069" imgH="514350" progId="Package">
                  <p:embed/>
                  <p:pic>
                    <p:nvPicPr>
                      <p:cNvPr id="6" name="Object 5">
                        <a:extLst>
                          <a:ext uri="{FF2B5EF4-FFF2-40B4-BE49-F238E27FC236}">
                            <a16:creationId xmlns:a16="http://schemas.microsoft.com/office/drawing/2014/main" id="{09CAA071-A88A-9345-9C5E-670D8989312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>
            <a:extLst>
              <a:ext uri="{FF2B5EF4-FFF2-40B4-BE49-F238E27FC236}">
                <a16:creationId xmlns:a16="http://schemas.microsoft.com/office/drawing/2014/main" id="{0CEBE3BF-2ADC-4A5F-9647-BF505BBA4F7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8425" y="98425"/>
          <a:ext cx="400050" cy="514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Packager Shell Object" showAsIcon="1" r:id="rId9" imgW="400069" imgH="514350" progId="Package">
                  <p:embed/>
                </p:oleObj>
              </mc:Choice>
              <mc:Fallback>
                <p:oleObj name="Packager Shell Object" showAsIcon="1" r:id="rId9" imgW="400069" imgH="514350" progId="Package">
                  <p:embed/>
                  <p:pic>
                    <p:nvPicPr>
                      <p:cNvPr id="7" name="Object 6">
                        <a:extLst>
                          <a:ext uri="{FF2B5EF4-FFF2-40B4-BE49-F238E27FC236}">
                            <a16:creationId xmlns:a16="http://schemas.microsoft.com/office/drawing/2014/main" id="{86D2717A-0DF5-7447-97FA-7EE5E471C50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98425" y="98425"/>
                        <a:ext cx="400050" cy="5143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A79FC66F-AA96-7FF7-D3AF-8022C6CE94A5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72582" t="14725" r="10049" b="63999"/>
          <a:stretch>
            <a:fillRect/>
          </a:stretch>
        </p:blipFill>
        <p:spPr>
          <a:xfrm>
            <a:off x="22025939" y="17564984"/>
            <a:ext cx="1811622" cy="12644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CD483F2-44BC-0653-84C2-633515B81C53}"/>
              </a:ext>
            </a:extLst>
          </p:cNvPr>
          <p:cNvSpPr txBox="1"/>
          <p:nvPr/>
        </p:nvSpPr>
        <p:spPr>
          <a:xfrm>
            <a:off x="13209588" y="22861523"/>
            <a:ext cx="312896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Sign-aligned </a:t>
            </a:r>
            <a:r>
              <a:rPr lang="el-GR" dirty="0"/>
              <a:t>β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E1BA26-B76A-248F-1501-509F010DDB77}"/>
              </a:ext>
            </a:extLst>
          </p:cNvPr>
          <p:cNvSpPr txBox="1"/>
          <p:nvPr/>
        </p:nvSpPr>
        <p:spPr>
          <a:xfrm>
            <a:off x="18491200" y="22862952"/>
            <a:ext cx="312737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Sign-aligned </a:t>
            </a:r>
            <a:r>
              <a:rPr lang="el-GR" dirty="0"/>
              <a:t>β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9C3F861-EB48-60B1-6F6B-F62A12C30EC6}"/>
              </a:ext>
            </a:extLst>
          </p:cNvPr>
          <p:cNvSpPr txBox="1"/>
          <p:nvPr/>
        </p:nvSpPr>
        <p:spPr>
          <a:xfrm>
            <a:off x="16579976" y="17520722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LINE age x prop.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4E01D6-7D16-5610-2012-341254E9B653}"/>
              </a:ext>
            </a:extLst>
          </p:cNvPr>
          <p:cNvSpPr txBox="1"/>
          <p:nvPr/>
        </p:nvSpPr>
        <p:spPr>
          <a:xfrm>
            <a:off x="16579976" y="17979282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SINE age x prop.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F219099-E20B-AB25-B1E6-2E354EFB6D06}"/>
              </a:ext>
            </a:extLst>
          </p:cNvPr>
          <p:cNvSpPr txBox="1"/>
          <p:nvPr/>
        </p:nvSpPr>
        <p:spPr>
          <a:xfrm>
            <a:off x="16579975" y="18441297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DNA proportion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367EB3B-E734-E4B9-8065-13296ED20B42}"/>
              </a:ext>
            </a:extLst>
          </p:cNvPr>
          <p:cNvSpPr txBox="1"/>
          <p:nvPr/>
        </p:nvSpPr>
        <p:spPr>
          <a:xfrm>
            <a:off x="16579975" y="18897476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LINE proportion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F7B67F2-6831-2D16-B9F2-3C822FAFC274}"/>
              </a:ext>
            </a:extLst>
          </p:cNvPr>
          <p:cNvSpPr txBox="1"/>
          <p:nvPr/>
        </p:nvSpPr>
        <p:spPr>
          <a:xfrm>
            <a:off x="11304496" y="17477858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LTR age x prop.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AAF6A5-733D-6ED2-2021-FE202D8CBF43}"/>
              </a:ext>
            </a:extLst>
          </p:cNvPr>
          <p:cNvSpPr txBox="1"/>
          <p:nvPr/>
        </p:nvSpPr>
        <p:spPr>
          <a:xfrm>
            <a:off x="11304496" y="17769143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SINE age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9A06190-064C-A205-1D7E-F6CCE8227CA6}"/>
              </a:ext>
            </a:extLst>
          </p:cNvPr>
          <p:cNvSpPr txBox="1"/>
          <p:nvPr/>
        </p:nvSpPr>
        <p:spPr>
          <a:xfrm>
            <a:off x="11304496" y="18062493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SINE age x prop.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1BE0A4-AC21-AC8C-CCF2-B7864046FABB}"/>
              </a:ext>
            </a:extLst>
          </p:cNvPr>
          <p:cNvSpPr txBox="1"/>
          <p:nvPr/>
        </p:nvSpPr>
        <p:spPr>
          <a:xfrm>
            <a:off x="11304496" y="18358540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DNA proportion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257739-C1E2-BC29-1128-D72ECD77DC24}"/>
              </a:ext>
            </a:extLst>
          </p:cNvPr>
          <p:cNvSpPr txBox="1"/>
          <p:nvPr/>
        </p:nvSpPr>
        <p:spPr>
          <a:xfrm>
            <a:off x="11304496" y="18647547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LINE proportion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52F6558-5E3E-8ABF-46A6-615605BF6D71}"/>
              </a:ext>
            </a:extLst>
          </p:cNvPr>
          <p:cNvSpPr txBox="1"/>
          <p:nvPr/>
        </p:nvSpPr>
        <p:spPr>
          <a:xfrm>
            <a:off x="11304496" y="18944836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SINE proportion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A33BBB-A682-64DD-4D14-83FDF4C73A4E}"/>
              </a:ext>
            </a:extLst>
          </p:cNvPr>
          <p:cNvSpPr txBox="1"/>
          <p:nvPr/>
        </p:nvSpPr>
        <p:spPr>
          <a:xfrm>
            <a:off x="11302499" y="21658342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Others proportion</a:t>
            </a:r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842DC34-1761-DD19-802A-75CE91D8B342}"/>
              </a:ext>
            </a:extLst>
          </p:cNvPr>
          <p:cNvGrpSpPr/>
          <p:nvPr/>
        </p:nvGrpSpPr>
        <p:grpSpPr>
          <a:xfrm>
            <a:off x="22025939" y="19128874"/>
            <a:ext cx="3818457" cy="3377744"/>
            <a:chOff x="22067850" y="19267302"/>
            <a:chExt cx="3818457" cy="3377744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D85B7007-A1B2-24D6-A411-A1F8F6175B84}"/>
                </a:ext>
              </a:extLst>
            </p:cNvPr>
            <p:cNvSpPr txBox="1"/>
            <p:nvPr/>
          </p:nvSpPr>
          <p:spPr>
            <a:xfrm>
              <a:off x="23327918" y="22275714"/>
              <a:ext cx="2558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/>
                <a:t>0.5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014435C5-3188-ACC1-05F2-0240FA7293CF}"/>
                </a:ext>
              </a:extLst>
            </p:cNvPr>
            <p:cNvSpPr txBox="1"/>
            <p:nvPr/>
          </p:nvSpPr>
          <p:spPr>
            <a:xfrm>
              <a:off x="23327918" y="19267302"/>
              <a:ext cx="2558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/>
                <a:t>1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3EFB84E8-05C7-E750-7B0C-9DED076B00D3}"/>
                </a:ext>
              </a:extLst>
            </p:cNvPr>
            <p:cNvSpPr txBox="1"/>
            <p:nvPr/>
          </p:nvSpPr>
          <p:spPr>
            <a:xfrm>
              <a:off x="23327918" y="20771363"/>
              <a:ext cx="255838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800" dirty="0"/>
                <a:t>0.75</a:t>
              </a:r>
            </a:p>
          </p:txBody>
        </p:sp>
        <p:grpSp>
          <p:nvGrpSpPr>
            <p:cNvPr id="45" name="Group 44">
              <a:extLst>
                <a:ext uri="{FF2B5EF4-FFF2-40B4-BE49-F238E27FC236}">
                  <a16:creationId xmlns:a16="http://schemas.microsoft.com/office/drawing/2014/main" id="{D1104743-AD4F-F2BA-D794-7366253DDADB}"/>
                </a:ext>
              </a:extLst>
            </p:cNvPr>
            <p:cNvGrpSpPr/>
            <p:nvPr/>
          </p:nvGrpSpPr>
          <p:grpSpPr>
            <a:xfrm>
              <a:off x="22067850" y="19439268"/>
              <a:ext cx="1239826" cy="3033525"/>
              <a:chOff x="22067850" y="19439268"/>
              <a:chExt cx="1239826" cy="3033525"/>
            </a:xfrm>
          </p:grpSpPr>
          <p:pic>
            <p:nvPicPr>
              <p:cNvPr id="46" name="Picture 45">
                <a:extLst>
                  <a:ext uri="{FF2B5EF4-FFF2-40B4-BE49-F238E27FC236}">
                    <a16:creationId xmlns:a16="http://schemas.microsoft.com/office/drawing/2014/main" id="{B66DBA5C-1EBD-AD88-65B4-86A3D1EF2B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rcRect l="77335" t="70454" r="2272" b="27368"/>
              <a:stretch>
                <a:fillRect/>
              </a:stretch>
            </p:blipFill>
            <p:spPr>
              <a:xfrm rot="16200000">
                <a:off x="21267869" y="20702859"/>
                <a:ext cx="3033524" cy="506344"/>
              </a:xfrm>
              <a:prstGeom prst="rect">
                <a:avLst/>
              </a:prstGeom>
            </p:spPr>
          </p:pic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EFB6740-5B3E-697B-1DEF-FB96B879EE76}"/>
                  </a:ext>
                </a:extLst>
              </p:cNvPr>
              <p:cNvSpPr txBox="1"/>
              <p:nvPr/>
            </p:nvSpPr>
            <p:spPr>
              <a:xfrm rot="16200000">
                <a:off x="20988710" y="20755974"/>
                <a:ext cx="2558389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2000" dirty="0"/>
                  <a:t>Variable importance</a:t>
                </a:r>
              </a:p>
            </p:txBody>
          </p:sp>
          <p:cxnSp>
            <p:nvCxnSpPr>
              <p:cNvPr id="48" name="Straight Connector 47">
                <a:extLst>
                  <a:ext uri="{FF2B5EF4-FFF2-40B4-BE49-F238E27FC236}">
                    <a16:creationId xmlns:a16="http://schemas.microsoft.com/office/drawing/2014/main" id="{7F9A7E2A-7EC5-DCC7-3D01-0BCD5FDBC0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3218140" y="19439268"/>
                <a:ext cx="0" cy="3033525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4D39CCF2-89A8-59CD-ADC8-5DAD9BBC0C9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206235" y="22460380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Straight Connector 49">
                <a:extLst>
                  <a:ext uri="{FF2B5EF4-FFF2-40B4-BE49-F238E27FC236}">
                    <a16:creationId xmlns:a16="http://schemas.microsoft.com/office/drawing/2014/main" id="{3C1D1FE2-CD96-DFBA-188F-5C7C5B1A009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206234" y="19451587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Connector 50">
                <a:extLst>
                  <a:ext uri="{FF2B5EF4-FFF2-40B4-BE49-F238E27FC236}">
                    <a16:creationId xmlns:a16="http://schemas.microsoft.com/office/drawing/2014/main" id="{63AEAD10-256B-8EBD-D17F-16F27DECE4A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3206233" y="20956029"/>
                <a:ext cx="101441" cy="0"/>
              </a:xfrm>
              <a:prstGeom prst="line">
                <a:avLst/>
              </a:prstGeom>
              <a:ln w="285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A82FB6EB-7914-16F6-30A4-A5A693E4C9D7}"/>
              </a:ext>
            </a:extLst>
          </p:cNvPr>
          <p:cNvSpPr txBox="1"/>
          <p:nvPr/>
        </p:nvSpPr>
        <p:spPr>
          <a:xfrm>
            <a:off x="16579349" y="20562125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LTR age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FB11A41-26FF-AB7E-3887-715A29E81AD8}"/>
              </a:ext>
            </a:extLst>
          </p:cNvPr>
          <p:cNvSpPr txBox="1"/>
          <p:nvPr/>
        </p:nvSpPr>
        <p:spPr>
          <a:xfrm>
            <a:off x="16579349" y="20856884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SINE age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24644C0-807E-839C-2C30-38D9ADBF8041}"/>
              </a:ext>
            </a:extLst>
          </p:cNvPr>
          <p:cNvSpPr txBox="1"/>
          <p:nvPr/>
        </p:nvSpPr>
        <p:spPr>
          <a:xfrm>
            <a:off x="16579349" y="21150550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Unknown age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486B652-9E24-B0AE-B08A-59082D0A19CB}"/>
              </a:ext>
            </a:extLst>
          </p:cNvPr>
          <p:cNvSpPr txBox="1"/>
          <p:nvPr/>
        </p:nvSpPr>
        <p:spPr>
          <a:xfrm>
            <a:off x="16579349" y="21444349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LTR proportion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74CF4C9-72A0-2727-DB99-7FEA05C5277F}"/>
              </a:ext>
            </a:extLst>
          </p:cNvPr>
          <p:cNvSpPr txBox="1"/>
          <p:nvPr/>
        </p:nvSpPr>
        <p:spPr>
          <a:xfrm>
            <a:off x="16580909" y="21738017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Others proportion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768A82C-A006-6CF1-40F7-5D614411E622}"/>
              </a:ext>
            </a:extLst>
          </p:cNvPr>
          <p:cNvSpPr txBox="1"/>
          <p:nvPr/>
        </p:nvSpPr>
        <p:spPr>
          <a:xfrm>
            <a:off x="16579349" y="22028718"/>
            <a:ext cx="17983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/>
              <a:t>Unknown proportion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2AE67CF-AF74-91EF-5C67-431E26F37229}"/>
              </a:ext>
            </a:extLst>
          </p:cNvPr>
          <p:cNvSpPr txBox="1"/>
          <p:nvPr/>
        </p:nvSpPr>
        <p:spPr>
          <a:xfrm>
            <a:off x="18445253" y="22611363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C1F8635-81E5-F3CA-352B-01B4DCD878C0}"/>
              </a:ext>
            </a:extLst>
          </p:cNvPr>
          <p:cNvSpPr txBox="1"/>
          <p:nvPr/>
        </p:nvSpPr>
        <p:spPr>
          <a:xfrm>
            <a:off x="19131338" y="22611363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-0.5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EB0577-7D03-DBE7-BF58-4A65719CE4F7}"/>
              </a:ext>
            </a:extLst>
          </p:cNvPr>
          <p:cNvSpPr txBox="1"/>
          <p:nvPr/>
        </p:nvSpPr>
        <p:spPr>
          <a:xfrm>
            <a:off x="19822185" y="22610921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C261CE4-5DE3-7BDA-465B-E20F545E64DC}"/>
              </a:ext>
            </a:extLst>
          </p:cNvPr>
          <p:cNvSpPr txBox="1"/>
          <p:nvPr/>
        </p:nvSpPr>
        <p:spPr>
          <a:xfrm>
            <a:off x="20510591" y="22610921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0.5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3CA2279-AD28-48CF-B84F-6CD282C0005B}"/>
              </a:ext>
            </a:extLst>
          </p:cNvPr>
          <p:cNvSpPr txBox="1"/>
          <p:nvPr/>
        </p:nvSpPr>
        <p:spPr>
          <a:xfrm>
            <a:off x="21197500" y="22610921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548A23A-95E3-7BEE-DBA6-B8F11DE345A4}"/>
              </a:ext>
            </a:extLst>
          </p:cNvPr>
          <p:cNvSpPr txBox="1"/>
          <p:nvPr/>
        </p:nvSpPr>
        <p:spPr>
          <a:xfrm>
            <a:off x="16056035" y="22610325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0.5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9C4B0CA-86E4-4648-EE0C-7850E0944018}"/>
              </a:ext>
            </a:extLst>
          </p:cNvPr>
          <p:cNvSpPr txBox="1"/>
          <p:nvPr/>
        </p:nvSpPr>
        <p:spPr>
          <a:xfrm>
            <a:off x="15144017" y="22610324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6E7F1F6-114E-3E18-9B3D-8772A2D5DF6D}"/>
              </a:ext>
            </a:extLst>
          </p:cNvPr>
          <p:cNvSpPr txBox="1"/>
          <p:nvPr/>
        </p:nvSpPr>
        <p:spPr>
          <a:xfrm>
            <a:off x="14230186" y="22611639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-0.5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29C153A-AEAA-3358-D3F7-D3AF3FAE6879}"/>
              </a:ext>
            </a:extLst>
          </p:cNvPr>
          <p:cNvSpPr txBox="1"/>
          <p:nvPr/>
        </p:nvSpPr>
        <p:spPr>
          <a:xfrm>
            <a:off x="13318075" y="22611639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53BB113-CCDC-ACD7-415F-35FF7C938824}"/>
              </a:ext>
            </a:extLst>
          </p:cNvPr>
          <p:cNvSpPr txBox="1"/>
          <p:nvPr/>
        </p:nvSpPr>
        <p:spPr>
          <a:xfrm>
            <a:off x="15834581" y="19525491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3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DAC1C632-CA94-B3E7-013A-B2DB512076A0}"/>
              </a:ext>
            </a:extLst>
          </p:cNvPr>
          <p:cNvSpPr txBox="1"/>
          <p:nvPr/>
        </p:nvSpPr>
        <p:spPr>
          <a:xfrm>
            <a:off x="15411356" y="19525316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C4EE0D1-F34C-9661-2E7B-98374B0819FA}"/>
              </a:ext>
            </a:extLst>
          </p:cNvPr>
          <p:cNvSpPr txBox="1"/>
          <p:nvPr/>
        </p:nvSpPr>
        <p:spPr>
          <a:xfrm>
            <a:off x="14988131" y="19525141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7AC257E-48DA-D1BB-AD52-AF16F4AE894D}"/>
              </a:ext>
            </a:extLst>
          </p:cNvPr>
          <p:cNvSpPr txBox="1"/>
          <p:nvPr/>
        </p:nvSpPr>
        <p:spPr>
          <a:xfrm>
            <a:off x="14562525" y="19525070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70BC3FB-D84F-4B3E-A247-08AABB2C2C53}"/>
              </a:ext>
            </a:extLst>
          </p:cNvPr>
          <p:cNvSpPr txBox="1"/>
          <p:nvPr/>
        </p:nvSpPr>
        <p:spPr>
          <a:xfrm>
            <a:off x="14139300" y="19525070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F81A9F9-B575-755C-232B-2E9920807A82}"/>
              </a:ext>
            </a:extLst>
          </p:cNvPr>
          <p:cNvSpPr txBox="1"/>
          <p:nvPr/>
        </p:nvSpPr>
        <p:spPr>
          <a:xfrm>
            <a:off x="13715199" y="19525070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84A3D8D-318E-B1B2-3C86-A6AD4DA4BA17}"/>
              </a:ext>
            </a:extLst>
          </p:cNvPr>
          <p:cNvSpPr txBox="1"/>
          <p:nvPr/>
        </p:nvSpPr>
        <p:spPr>
          <a:xfrm>
            <a:off x="13291696" y="19524894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-3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8357E5E-C3DF-8257-E8D1-F9CA9D1E1C3F}"/>
              </a:ext>
            </a:extLst>
          </p:cNvPr>
          <p:cNvSpPr txBox="1"/>
          <p:nvPr/>
        </p:nvSpPr>
        <p:spPr>
          <a:xfrm>
            <a:off x="18341381" y="19524894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-1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FCD9B78-461B-84F2-7FBD-DC206719DCE4}"/>
              </a:ext>
            </a:extLst>
          </p:cNvPr>
          <p:cNvSpPr txBox="1"/>
          <p:nvPr/>
        </p:nvSpPr>
        <p:spPr>
          <a:xfrm>
            <a:off x="18899162" y="19524894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0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FCCF74D-16F4-A5BF-9D83-FF1BD709175F}"/>
              </a:ext>
            </a:extLst>
          </p:cNvPr>
          <p:cNvSpPr txBox="1"/>
          <p:nvPr/>
        </p:nvSpPr>
        <p:spPr>
          <a:xfrm>
            <a:off x="19452871" y="19525251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1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EB95996-041A-24F6-84F6-591D83552DDE}"/>
              </a:ext>
            </a:extLst>
          </p:cNvPr>
          <p:cNvSpPr txBox="1"/>
          <p:nvPr/>
        </p:nvSpPr>
        <p:spPr>
          <a:xfrm>
            <a:off x="20008961" y="19524764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2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82444E6-82ED-2848-EB91-04BFD4B5AB1F}"/>
              </a:ext>
            </a:extLst>
          </p:cNvPr>
          <p:cNvSpPr txBox="1"/>
          <p:nvPr/>
        </p:nvSpPr>
        <p:spPr>
          <a:xfrm>
            <a:off x="20560289" y="19524765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F20B7039-7CD7-114E-93A5-152DAA1A0AEF}"/>
              </a:ext>
            </a:extLst>
          </p:cNvPr>
          <p:cNvSpPr txBox="1"/>
          <p:nvPr/>
        </p:nvSpPr>
        <p:spPr>
          <a:xfrm>
            <a:off x="21116887" y="19525121"/>
            <a:ext cx="4953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00" dirty="0"/>
              <a:t>4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D04ADD5-895C-1110-2093-26F204074DAE}"/>
              </a:ext>
            </a:extLst>
          </p:cNvPr>
          <p:cNvSpPr txBox="1"/>
          <p:nvPr/>
        </p:nvSpPr>
        <p:spPr>
          <a:xfrm>
            <a:off x="13117000" y="16930687"/>
            <a:ext cx="2978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All species (3783 models)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8ED771C-BBDE-F842-3367-5F554DBF22E8}"/>
              </a:ext>
            </a:extLst>
          </p:cNvPr>
          <p:cNvSpPr txBox="1"/>
          <p:nvPr/>
        </p:nvSpPr>
        <p:spPr>
          <a:xfrm>
            <a:off x="18391243" y="16930687"/>
            <a:ext cx="2978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Mammalia (2428 models)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49D8BED-4802-D088-7425-0AFFDC81044A}"/>
              </a:ext>
            </a:extLst>
          </p:cNvPr>
          <p:cNvSpPr txBox="1"/>
          <p:nvPr/>
        </p:nvSpPr>
        <p:spPr>
          <a:xfrm>
            <a:off x="18391239" y="20015201"/>
            <a:ext cx="2978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Sauropsida</a:t>
            </a:r>
            <a:r>
              <a:rPr lang="en-US" dirty="0"/>
              <a:t> (729 models)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CFBDA75F-1F11-7A8D-903B-3212EA317A1D}"/>
              </a:ext>
            </a:extLst>
          </p:cNvPr>
          <p:cNvSpPr txBox="1"/>
          <p:nvPr/>
        </p:nvSpPr>
        <p:spPr>
          <a:xfrm>
            <a:off x="13117000" y="20015200"/>
            <a:ext cx="2978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Actinopterygii (1866 models)</a:t>
            </a:r>
          </a:p>
        </p:txBody>
      </p:sp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83B6F5AF-F664-CE1C-2554-0F75E1F1DC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73167" y="18094867"/>
            <a:ext cx="210315" cy="210315"/>
          </a:xfrm>
          <a:prstGeom prst="rect">
            <a:avLst/>
          </a:prstGeom>
        </p:spPr>
      </p:pic>
      <p:pic>
        <p:nvPicPr>
          <p:cNvPr id="5" name="Graphic 4" descr="Checkmark with solid fill">
            <a:extLst>
              <a:ext uri="{FF2B5EF4-FFF2-40B4-BE49-F238E27FC236}">
                <a16:creationId xmlns:a16="http://schemas.microsoft.com/office/drawing/2014/main" id="{74D1A007-4CA3-0955-4D58-348143372A4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671041" y="18682706"/>
            <a:ext cx="210315" cy="210315"/>
          </a:xfrm>
          <a:prstGeom prst="rect">
            <a:avLst/>
          </a:prstGeom>
        </p:spPr>
      </p:pic>
      <p:pic>
        <p:nvPicPr>
          <p:cNvPr id="8" name="Graphic 7" descr="Checkmark with solid fill">
            <a:extLst>
              <a:ext uri="{FF2B5EF4-FFF2-40B4-BE49-F238E27FC236}">
                <a16:creationId xmlns:a16="http://schemas.microsoft.com/office/drawing/2014/main" id="{B0F70770-B2B2-19D9-BFBF-D506773D7C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652516" y="18978033"/>
            <a:ext cx="210315" cy="210315"/>
          </a:xfrm>
          <a:prstGeom prst="rect">
            <a:avLst/>
          </a:prstGeom>
        </p:spPr>
      </p:pic>
      <p:pic>
        <p:nvPicPr>
          <p:cNvPr id="13" name="Graphic 12" descr="Checkmark with solid fill">
            <a:extLst>
              <a:ext uri="{FF2B5EF4-FFF2-40B4-BE49-F238E27FC236}">
                <a16:creationId xmlns:a16="http://schemas.microsoft.com/office/drawing/2014/main" id="{775B7A39-CDBE-E101-B85D-36ECBD6A694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547215" y="21692394"/>
            <a:ext cx="210315" cy="210315"/>
          </a:xfrm>
          <a:prstGeom prst="rect">
            <a:avLst/>
          </a:prstGeom>
        </p:spPr>
      </p:pic>
      <p:pic>
        <p:nvPicPr>
          <p:cNvPr id="16" name="Graphic 15" descr="Checkmark with solid fill">
            <a:extLst>
              <a:ext uri="{FF2B5EF4-FFF2-40B4-BE49-F238E27FC236}">
                <a16:creationId xmlns:a16="http://schemas.microsoft.com/office/drawing/2014/main" id="{385C4E47-705E-570C-0809-E9B671F02B0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7425149" y="20597761"/>
            <a:ext cx="210315" cy="210315"/>
          </a:xfrm>
          <a:prstGeom prst="rect">
            <a:avLst/>
          </a:prstGeom>
        </p:spPr>
      </p:pic>
      <p:pic>
        <p:nvPicPr>
          <p:cNvPr id="17" name="Graphic 16" descr="Checkmark with solid fill">
            <a:extLst>
              <a:ext uri="{FF2B5EF4-FFF2-40B4-BE49-F238E27FC236}">
                <a16:creationId xmlns:a16="http://schemas.microsoft.com/office/drawing/2014/main" id="{02590A61-D6B1-D429-EEA3-836CD88B72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993118" y="21478088"/>
            <a:ext cx="210315" cy="210315"/>
          </a:xfrm>
          <a:prstGeom prst="rect">
            <a:avLst/>
          </a:prstGeom>
        </p:spPr>
      </p:pic>
      <p:pic>
        <p:nvPicPr>
          <p:cNvPr id="18" name="Graphic 17" descr="Checkmark with solid fill">
            <a:extLst>
              <a:ext uri="{FF2B5EF4-FFF2-40B4-BE49-F238E27FC236}">
                <a16:creationId xmlns:a16="http://schemas.microsoft.com/office/drawing/2014/main" id="{0FAFB771-2BF3-4481-D7B6-7F43CB05F45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652164" y="22062162"/>
            <a:ext cx="210315" cy="210315"/>
          </a:xfrm>
          <a:prstGeom prst="rect">
            <a:avLst/>
          </a:prstGeom>
        </p:spPr>
      </p:pic>
      <p:pic>
        <p:nvPicPr>
          <p:cNvPr id="19" name="Graphic 18" descr="Checkmark with solid fill">
            <a:extLst>
              <a:ext uri="{FF2B5EF4-FFF2-40B4-BE49-F238E27FC236}">
                <a16:creationId xmlns:a16="http://schemas.microsoft.com/office/drawing/2014/main" id="{E02355C9-BE0E-75A3-07E8-F68EC1BE9C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944120" y="18929964"/>
            <a:ext cx="210315" cy="210315"/>
          </a:xfrm>
          <a:prstGeom prst="rect">
            <a:avLst/>
          </a:prstGeom>
        </p:spPr>
      </p:pic>
      <p:pic>
        <p:nvPicPr>
          <p:cNvPr id="20" name="Graphic 19" descr="Checkmark with solid fill">
            <a:extLst>
              <a:ext uri="{FF2B5EF4-FFF2-40B4-BE49-F238E27FC236}">
                <a16:creationId xmlns:a16="http://schemas.microsoft.com/office/drawing/2014/main" id="{5D1DB798-D25D-78C6-50B6-FB77DC81805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962423" y="18472107"/>
            <a:ext cx="210315" cy="210315"/>
          </a:xfrm>
          <a:prstGeom prst="rect">
            <a:avLst/>
          </a:prstGeom>
        </p:spPr>
      </p:pic>
      <p:pic>
        <p:nvPicPr>
          <p:cNvPr id="21" name="Graphic 20" descr="Checkmark with solid fill">
            <a:extLst>
              <a:ext uri="{FF2B5EF4-FFF2-40B4-BE49-F238E27FC236}">
                <a16:creationId xmlns:a16="http://schemas.microsoft.com/office/drawing/2014/main" id="{942743A1-15AD-8E50-72F5-A0D24617FC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848875" y="18014716"/>
            <a:ext cx="210315" cy="210315"/>
          </a:xfrm>
          <a:prstGeom prst="rect">
            <a:avLst/>
          </a:prstGeom>
        </p:spPr>
      </p:pic>
      <p:pic>
        <p:nvPicPr>
          <p:cNvPr id="22" name="Graphic 21" descr="Checkmark with solid fill">
            <a:extLst>
              <a:ext uri="{FF2B5EF4-FFF2-40B4-BE49-F238E27FC236}">
                <a16:creationId xmlns:a16="http://schemas.microsoft.com/office/drawing/2014/main" id="{C0EBD20C-CD8A-51C8-8860-0E56D83A41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6868984" y="17553967"/>
            <a:ext cx="210315" cy="210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2375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3913</TotalTime>
  <Words>106</Words>
  <Application>Microsoft Office PowerPoint</Application>
  <PresentationFormat>Custom</PresentationFormat>
  <Paragraphs>49</Paragraphs>
  <Slides>2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Office Theme</vt:lpstr>
      <vt:lpstr>Packager Shell Object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Tomoni Minamoto</dc:creator>
  <cp:lastModifiedBy>Zhaobo Hu</cp:lastModifiedBy>
  <cp:revision>220</cp:revision>
  <dcterms:created xsi:type="dcterms:W3CDTF">2014-10-11T23:18:25Z</dcterms:created>
  <dcterms:modified xsi:type="dcterms:W3CDTF">2026-05-24T15:27:01Z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38202f9-8d41-4950-b014-f183e397b746_Enabled">
    <vt:lpwstr>true</vt:lpwstr>
  </property>
  <property fmtid="{D5CDD505-2E9C-101B-9397-08002B2CF9AE}" pid="3" name="MSIP_Label_638202f9-8d41-4950-b014-f183e397b746_SetDate">
    <vt:lpwstr>2026-05-17T01:19:50Z</vt:lpwstr>
  </property>
  <property fmtid="{D5CDD505-2E9C-101B-9397-08002B2CF9AE}" pid="4" name="MSIP_Label_638202f9-8d41-4950-b014-f183e397b746_Method">
    <vt:lpwstr>Standard</vt:lpwstr>
  </property>
  <property fmtid="{D5CDD505-2E9C-101B-9397-08002B2CF9AE}" pid="5" name="MSIP_Label_638202f9-8d41-4950-b014-f183e397b746_Name">
    <vt:lpwstr>defa4170-0d19-0005-0004-bc88714345d2</vt:lpwstr>
  </property>
  <property fmtid="{D5CDD505-2E9C-101B-9397-08002B2CF9AE}" pid="6" name="MSIP_Label_638202f9-8d41-4950-b014-f183e397b746_SiteId">
    <vt:lpwstr>13b3b0ce-cd75-49a4-bfea-0a03b01ff1ab</vt:lpwstr>
  </property>
  <property fmtid="{D5CDD505-2E9C-101B-9397-08002B2CF9AE}" pid="7" name="MSIP_Label_638202f9-8d41-4950-b014-f183e397b746_ActionId">
    <vt:lpwstr>7186205e-f81f-4adf-9b57-a268fae9f835</vt:lpwstr>
  </property>
  <property fmtid="{D5CDD505-2E9C-101B-9397-08002B2CF9AE}" pid="8" name="MSIP_Label_638202f9-8d41-4950-b014-f183e397b746_ContentBits">
    <vt:lpwstr>0</vt:lpwstr>
  </property>
  <property fmtid="{D5CDD505-2E9C-101B-9397-08002B2CF9AE}" pid="9" name="MSIP_Label_638202f9-8d41-4950-b014-f183e397b746_Tag">
    <vt:lpwstr>10, 3, 0, 1</vt:lpwstr>
  </property>
</Properties>
</file>