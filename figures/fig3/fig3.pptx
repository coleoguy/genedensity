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36576000" cy="329184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9">
          <p15:clr>
            <a:srgbClr val="A4A3A4"/>
          </p15:clr>
        </p15:guide>
        <p15:guide id="2" pos="1152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hiytGPk8UOxiAGs9KaAxakDbg4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28B"/>
    <a:srgbClr val="440154"/>
    <a:srgbClr val="5DC863"/>
    <a:srgbClr val="2C728E"/>
    <a:srgbClr val="21908C"/>
    <a:srgbClr val="27AD81"/>
    <a:srgbClr val="AADC32"/>
    <a:srgbClr val="FDE725"/>
    <a:srgbClr val="472D7B"/>
    <a:srgbClr val="440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4708"/>
  </p:normalViewPr>
  <p:slideViewPr>
    <p:cSldViewPr snapToGrid="0">
      <p:cViewPr>
        <p:scale>
          <a:sx n="33" d="100"/>
          <a:sy n="33" d="100"/>
        </p:scale>
        <p:origin x="1512" y="-1278"/>
      </p:cViewPr>
      <p:guideLst>
        <p:guide orient="horz" pos="10369"/>
        <p:guide pos="11521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0" Type="http://customschemas.google.com/relationships/presentationmetadata" Target="metadata"/><Relationship Id="rId4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568450" y="696913"/>
            <a:ext cx="38735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1829042" y="7680526"/>
            <a:ext cx="32917916" cy="2172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2889253" y="21153122"/>
            <a:ext cx="31089600" cy="653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45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2889253" y="13952226"/>
            <a:ext cx="31089600" cy="720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544"/>
              </a:spcBef>
              <a:spcAft>
                <a:spcPts val="0"/>
              </a:spcAft>
              <a:buClr>
                <a:srgbClr val="888888"/>
              </a:buClr>
              <a:buSzPts val="7722"/>
              <a:buNone/>
              <a:defRPr sz="7722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382"/>
              </a:spcBef>
              <a:spcAft>
                <a:spcPts val="0"/>
              </a:spcAft>
              <a:buClr>
                <a:srgbClr val="888888"/>
              </a:buClr>
              <a:buSzPts val="6909"/>
              <a:buNone/>
              <a:defRPr sz="6908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240"/>
              </a:spcBef>
              <a:spcAft>
                <a:spcPts val="0"/>
              </a:spcAft>
              <a:buClr>
                <a:srgbClr val="888888"/>
              </a:buClr>
              <a:buSzPts val="6198"/>
              <a:buNone/>
              <a:defRPr sz="6198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1828802" y="7680966"/>
            <a:ext cx="1615440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•"/>
              <a:defRPr sz="10871"/>
            </a:lvl1pPr>
            <a:lvl2pPr marL="914400" lvl="1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–"/>
              <a:defRPr sz="9347"/>
            </a:lvl2pPr>
            <a:lvl3pPr marL="1371600" lvl="2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3pPr>
            <a:lvl4pPr marL="1828800" lvl="3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–"/>
              <a:defRPr sz="6908"/>
            </a:lvl4pPr>
            <a:lvl5pPr marL="2286000" lvl="4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»"/>
              <a:defRPr sz="6908"/>
            </a:lvl5pPr>
            <a:lvl6pPr marL="2743200" lvl="5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6pPr>
            <a:lvl7pPr marL="3200400" lvl="6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7pPr>
            <a:lvl8pPr marL="3657600" lvl="7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8pPr>
            <a:lvl9pPr marL="4114800" lvl="8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18592802" y="7680966"/>
            <a:ext cx="1615440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•"/>
              <a:defRPr sz="10871"/>
            </a:lvl1pPr>
            <a:lvl2pPr marL="914400" lvl="1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–"/>
              <a:defRPr sz="9347"/>
            </a:lvl2pPr>
            <a:lvl3pPr marL="1371600" lvl="2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3pPr>
            <a:lvl4pPr marL="1828800" lvl="3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–"/>
              <a:defRPr sz="6908"/>
            </a:lvl4pPr>
            <a:lvl5pPr marL="2286000" lvl="4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»"/>
              <a:defRPr sz="6908"/>
            </a:lvl5pPr>
            <a:lvl6pPr marL="2743200" lvl="5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6pPr>
            <a:lvl7pPr marL="3200400" lvl="6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7pPr>
            <a:lvl8pPr marL="3657600" lvl="7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8pPr>
            <a:lvl9pPr marL="4114800" lvl="8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1828803" y="7368542"/>
            <a:ext cx="16160753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None/>
              <a:defRPr sz="9347" b="1"/>
            </a:lvl1pPr>
            <a:lvl2pPr marL="914400" lvl="1" indent="-228600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None/>
              <a:defRPr sz="7722" b="1"/>
            </a:lvl2pPr>
            <a:lvl3pPr marL="1371600" lvl="2" indent="-228600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None/>
              <a:defRPr sz="6908" b="1"/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1828803" y="10439400"/>
            <a:ext cx="16160753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1pPr>
            <a:lvl2pPr marL="914400" lvl="1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2pPr>
            <a:lvl3pPr marL="1371600" lvl="2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3pPr>
            <a:lvl4pPr marL="1828800" lvl="3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–"/>
              <a:defRPr sz="6198"/>
            </a:lvl4pPr>
            <a:lvl5pPr marL="2286000" lvl="4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»"/>
              <a:defRPr sz="6198"/>
            </a:lvl5pPr>
            <a:lvl6pPr marL="2743200" lvl="5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6pPr>
            <a:lvl7pPr marL="3200400" lvl="6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7pPr>
            <a:lvl8pPr marL="3657600" lvl="7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8pPr>
            <a:lvl9pPr marL="4114800" lvl="8" indent="-622172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18580106" y="7368542"/>
            <a:ext cx="16167101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None/>
              <a:defRPr sz="9347" b="1"/>
            </a:lvl1pPr>
            <a:lvl2pPr marL="914400" lvl="1" indent="-228600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None/>
              <a:defRPr sz="7722" b="1"/>
            </a:lvl2pPr>
            <a:lvl3pPr marL="1371600" lvl="2" indent="-228600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None/>
              <a:defRPr sz="6908" b="1"/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18580106" y="10439400"/>
            <a:ext cx="16167101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1pPr>
            <a:lvl2pPr marL="914400" lvl="1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2pPr>
            <a:lvl3pPr marL="1371600" lvl="2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3pPr>
            <a:lvl4pPr marL="1828800" lvl="3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–"/>
              <a:defRPr sz="6198"/>
            </a:lvl4pPr>
            <a:lvl5pPr marL="2286000" lvl="4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»"/>
              <a:defRPr sz="6198"/>
            </a:lvl5pPr>
            <a:lvl6pPr marL="2743200" lvl="5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6pPr>
            <a:lvl7pPr marL="3200400" lvl="6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7pPr>
            <a:lvl8pPr marL="3657600" lvl="7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8pPr>
            <a:lvl9pPr marL="4114800" lvl="8" indent="-622172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828805" y="1310640"/>
            <a:ext cx="12033252" cy="55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722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4300202" y="1310643"/>
            <a:ext cx="20447000" cy="2809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1015682" algn="l">
              <a:spcBef>
                <a:spcPts val="2479"/>
              </a:spcBef>
              <a:spcAft>
                <a:spcPts val="0"/>
              </a:spcAft>
              <a:buClr>
                <a:schemeClr val="dk1"/>
              </a:buClr>
              <a:buSzPts val="12395"/>
              <a:buChar char="•"/>
              <a:defRPr sz="12395"/>
            </a:lvl1pPr>
            <a:lvl2pPr marL="914400" lvl="1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–"/>
              <a:defRPr sz="10871"/>
            </a:lvl2pPr>
            <a:lvl3pPr marL="1371600" lvl="2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3pPr>
            <a:lvl4pPr marL="1828800" lvl="3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4pPr>
            <a:lvl5pPr marL="2286000" lvl="4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»"/>
              <a:defRPr sz="7722"/>
            </a:lvl5pPr>
            <a:lvl6pPr marL="2743200" lvl="5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6pPr>
            <a:lvl7pPr marL="3200400" lvl="6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7pPr>
            <a:lvl8pPr marL="3657600" lvl="7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8pPr>
            <a:lvl9pPr marL="4114800" lvl="8" indent="-718946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828805" y="6888486"/>
            <a:ext cx="12033252" cy="2251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228600" algn="l">
              <a:spcBef>
                <a:spcPts val="1097"/>
              </a:spcBef>
              <a:spcAft>
                <a:spcPts val="0"/>
              </a:spcAft>
              <a:buClr>
                <a:schemeClr val="dk1"/>
              </a:buClr>
              <a:buSzPts val="5486"/>
              <a:buNone/>
              <a:defRPr sz="5486"/>
            </a:lvl1pPr>
            <a:lvl2pPr marL="914400" lvl="1" indent="-228600" algn="l">
              <a:spcBef>
                <a:spcPts val="935"/>
              </a:spcBef>
              <a:spcAft>
                <a:spcPts val="0"/>
              </a:spcAft>
              <a:buClr>
                <a:schemeClr val="dk1"/>
              </a:buClr>
              <a:buSzPts val="4674"/>
              <a:buNone/>
              <a:defRPr sz="4674"/>
            </a:lvl2pPr>
            <a:lvl3pPr marL="1371600" lvl="2" indent="-228600" algn="l">
              <a:spcBef>
                <a:spcPts val="772"/>
              </a:spcBef>
              <a:spcAft>
                <a:spcPts val="0"/>
              </a:spcAft>
              <a:buClr>
                <a:schemeClr val="dk1"/>
              </a:buClr>
              <a:buSzPts val="3861"/>
              <a:buNone/>
              <a:defRPr sz="3861"/>
            </a:lvl3pPr>
            <a:lvl4pPr marL="1828800" lvl="3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4pPr>
            <a:lvl5pPr marL="2286000" lvl="4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5pPr>
            <a:lvl6pPr marL="2743200" lvl="5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6pPr>
            <a:lvl7pPr marL="3200400" lvl="6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7pPr>
            <a:lvl8pPr marL="3657600" lvl="7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8pPr>
            <a:lvl9pPr marL="4114800" lvl="8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7169154" y="23042880"/>
            <a:ext cx="21945600" cy="272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722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7169154" y="2941322"/>
            <a:ext cx="21945600" cy="1975104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7169154" y="25763223"/>
            <a:ext cx="21945600" cy="386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228600" algn="l">
              <a:spcBef>
                <a:spcPts val="1097"/>
              </a:spcBef>
              <a:spcAft>
                <a:spcPts val="0"/>
              </a:spcAft>
              <a:buClr>
                <a:schemeClr val="dk1"/>
              </a:buClr>
              <a:buSzPts val="5486"/>
              <a:buNone/>
              <a:defRPr sz="5486"/>
            </a:lvl1pPr>
            <a:lvl2pPr marL="914400" lvl="1" indent="-228600" algn="l">
              <a:spcBef>
                <a:spcPts val="935"/>
              </a:spcBef>
              <a:spcAft>
                <a:spcPts val="0"/>
              </a:spcAft>
              <a:buClr>
                <a:schemeClr val="dk1"/>
              </a:buClr>
              <a:buSzPts val="4674"/>
              <a:buNone/>
              <a:defRPr sz="4674"/>
            </a:lvl2pPr>
            <a:lvl3pPr marL="1371600" lvl="2" indent="-228600" algn="l">
              <a:spcBef>
                <a:spcPts val="772"/>
              </a:spcBef>
              <a:spcAft>
                <a:spcPts val="0"/>
              </a:spcAft>
              <a:buClr>
                <a:schemeClr val="dk1"/>
              </a:buClr>
              <a:buSzPts val="3861"/>
              <a:buNone/>
              <a:defRPr sz="3861"/>
            </a:lvl3pPr>
            <a:lvl4pPr marL="1828800" lvl="3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4pPr>
            <a:lvl5pPr marL="2286000" lvl="4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5pPr>
            <a:lvl6pPr marL="2743200" lvl="5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6pPr>
            <a:lvl7pPr marL="3200400" lvl="6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7pPr>
            <a:lvl8pPr marL="3657600" lvl="7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8pPr>
            <a:lvl9pPr marL="4114800" lvl="8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7425523" y="2084045"/>
            <a:ext cx="21724953" cy="3291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85751673" y="53160931"/>
            <a:ext cx="134820662" cy="4114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150869" y="12317731"/>
            <a:ext cx="134820662" cy="1228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829042" y="7680526"/>
            <a:ext cx="32917916" cy="2172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marR="0" lvl="0" indent="-1015682" algn="l" rtl="0">
              <a:spcBef>
                <a:spcPts val="2479"/>
              </a:spcBef>
              <a:spcAft>
                <a:spcPts val="0"/>
              </a:spcAft>
              <a:buClr>
                <a:schemeClr val="dk1"/>
              </a:buClr>
              <a:buSzPts val="12395"/>
              <a:buFont typeface="Arial"/>
              <a:buChar char="•"/>
              <a:defRPr sz="1239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18908" algn="l" rtl="0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Font typeface="Arial"/>
              <a:buChar char="–"/>
              <a:defRPr sz="108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22134" algn="l" rtl="0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Font typeface="Arial"/>
              <a:buChar char="•"/>
              <a:defRPr sz="93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–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»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18946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9CAA071-A88A-9345-9C5E-670D898931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037387"/>
              </p:ext>
            </p:extLst>
          </p:nvPr>
        </p:nvGraphicFramePr>
        <p:xfrm>
          <a:off x="98425" y="98425"/>
          <a:ext cx="40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400069" imgH="514350" progId="Package">
                  <p:embed/>
                </p:oleObj>
              </mc:Choice>
              <mc:Fallback>
                <p:oleObj name="Packager Shell Object" showAsIcon="1" r:id="rId2" imgW="4000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4000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6D2717A-0DF5-7447-97FA-7EE5E471C5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366214"/>
              </p:ext>
            </p:extLst>
          </p:nvPr>
        </p:nvGraphicFramePr>
        <p:xfrm>
          <a:off x="98425" y="98425"/>
          <a:ext cx="40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400069" imgH="514350" progId="Package">
                  <p:embed/>
                </p:oleObj>
              </mc:Choice>
              <mc:Fallback>
                <p:oleObj name="Packager Shell Object" showAsIcon="1" r:id="rId4" imgW="4000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4000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3051C29F-2CCC-7E0B-BC9D-4E31FE4C96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26" r="13710"/>
          <a:stretch>
            <a:fillRect/>
          </a:stretch>
        </p:blipFill>
        <p:spPr>
          <a:xfrm>
            <a:off x="1179870" y="8340312"/>
            <a:ext cx="30381677" cy="1623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46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F3683-7CB9-35A5-7D6B-3284A696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A8C6A341-4651-E63C-29F7-B8F8FEA22F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93" t="13669" r="27952" b="21961"/>
          <a:stretch>
            <a:fillRect/>
          </a:stretch>
        </p:blipFill>
        <p:spPr>
          <a:xfrm>
            <a:off x="18355669" y="20284876"/>
            <a:ext cx="3285583" cy="2346523"/>
          </a:xfrm>
          <a:prstGeom prst="rect">
            <a:avLst/>
          </a:prstGeo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A2A0A56-CD58-623E-D7BC-C59EC5138F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425" y="98425"/>
          <a:ext cx="40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400069" imgH="514350" progId="Package">
                  <p:embed/>
                </p:oleObj>
              </mc:Choice>
              <mc:Fallback>
                <p:oleObj name="Packager Shell Object" showAsIcon="1" r:id="rId3" imgW="400069" imgH="514350" progId="Package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9CAA071-A88A-9345-9C5E-670D898931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4000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CEBE3BF-2ADC-4A5F-9647-BF505BBA4F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425" y="98425"/>
          <a:ext cx="40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400069" imgH="514350" progId="Package">
                  <p:embed/>
                </p:oleObj>
              </mc:Choice>
              <mc:Fallback>
                <p:oleObj name="Packager Shell Object" showAsIcon="1" r:id="rId5" imgW="400069" imgH="514350" progId="Package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6D2717A-0DF5-7447-97FA-7EE5E471C5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4000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BCD136C-5A76-4A6F-8A93-4C7729D3D11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1011" t="14116" r="27940" b="21628"/>
          <a:stretch>
            <a:fillRect/>
          </a:stretch>
        </p:blipFill>
        <p:spPr>
          <a:xfrm>
            <a:off x="13428638" y="17214066"/>
            <a:ext cx="3265965" cy="23424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D556C3-1039-B150-83CA-512424ECCE7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1011" t="14116" r="27940" b="21947"/>
          <a:stretch>
            <a:fillRect/>
          </a:stretch>
        </p:blipFill>
        <p:spPr>
          <a:xfrm>
            <a:off x="18375288" y="17214066"/>
            <a:ext cx="3265965" cy="23307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F8313C-C21E-B46B-24BC-530DF982BFB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1011" t="13668" r="26720" b="21963"/>
          <a:stretch>
            <a:fillRect/>
          </a:stretch>
        </p:blipFill>
        <p:spPr>
          <a:xfrm>
            <a:off x="13428638" y="20284875"/>
            <a:ext cx="3344070" cy="2346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9FC66F-AA96-7FF7-D3AF-8022C6CE94A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2582" t="14725" r="10049" b="63999"/>
          <a:stretch>
            <a:fillRect/>
          </a:stretch>
        </p:blipFill>
        <p:spPr>
          <a:xfrm>
            <a:off x="22025939" y="17564984"/>
            <a:ext cx="1811622" cy="12644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D483F2-44BC-0653-84C2-633515B81C53}"/>
              </a:ext>
            </a:extLst>
          </p:cNvPr>
          <p:cNvSpPr txBox="1"/>
          <p:nvPr/>
        </p:nvSpPr>
        <p:spPr>
          <a:xfrm>
            <a:off x="13539788" y="22861523"/>
            <a:ext cx="3128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Sign-aligned </a:t>
            </a:r>
            <a:r>
              <a:rPr lang="el-GR" dirty="0"/>
              <a:t>β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E1BA26-B76A-248F-1501-509F010DDB77}"/>
              </a:ext>
            </a:extLst>
          </p:cNvPr>
          <p:cNvSpPr txBox="1"/>
          <p:nvPr/>
        </p:nvSpPr>
        <p:spPr>
          <a:xfrm>
            <a:off x="18491200" y="22862952"/>
            <a:ext cx="3127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Sign-aligned </a:t>
            </a:r>
            <a:r>
              <a:rPr lang="el-GR" dirty="0"/>
              <a:t>β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C3F861-EB48-60B1-6F6B-F62A12C30EC6}"/>
              </a:ext>
            </a:extLst>
          </p:cNvPr>
          <p:cNvSpPr txBox="1"/>
          <p:nvPr/>
        </p:nvSpPr>
        <p:spPr>
          <a:xfrm>
            <a:off x="16579976" y="17520722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LINE age x prop.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4E01D6-7D16-5610-2012-341254E9B653}"/>
              </a:ext>
            </a:extLst>
          </p:cNvPr>
          <p:cNvSpPr txBox="1"/>
          <p:nvPr/>
        </p:nvSpPr>
        <p:spPr>
          <a:xfrm>
            <a:off x="16579976" y="17979282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SINE age x prop.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219099-E20B-AB25-B1E6-2E354EFB6D06}"/>
              </a:ext>
            </a:extLst>
          </p:cNvPr>
          <p:cNvSpPr txBox="1"/>
          <p:nvPr/>
        </p:nvSpPr>
        <p:spPr>
          <a:xfrm>
            <a:off x="16579975" y="18441297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DNA proportion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67EB3B-E734-E4B9-8065-13296ED20B42}"/>
              </a:ext>
            </a:extLst>
          </p:cNvPr>
          <p:cNvSpPr txBox="1"/>
          <p:nvPr/>
        </p:nvSpPr>
        <p:spPr>
          <a:xfrm>
            <a:off x="16579975" y="18897476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LINE proportion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7B67F2-6831-2D16-B9F2-3C822FAFC274}"/>
              </a:ext>
            </a:extLst>
          </p:cNvPr>
          <p:cNvSpPr txBox="1"/>
          <p:nvPr/>
        </p:nvSpPr>
        <p:spPr>
          <a:xfrm>
            <a:off x="11634696" y="17477858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LTR age x prop.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AAF6A5-733D-6ED2-2021-FE202D8CBF43}"/>
              </a:ext>
            </a:extLst>
          </p:cNvPr>
          <p:cNvSpPr txBox="1"/>
          <p:nvPr/>
        </p:nvSpPr>
        <p:spPr>
          <a:xfrm>
            <a:off x="11634696" y="17769143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SINE age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A06190-064C-A205-1D7E-F6CCE8227CA6}"/>
              </a:ext>
            </a:extLst>
          </p:cNvPr>
          <p:cNvSpPr txBox="1"/>
          <p:nvPr/>
        </p:nvSpPr>
        <p:spPr>
          <a:xfrm>
            <a:off x="11634696" y="18062493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SINE age x prop.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1BE0A4-AC21-AC8C-CCF2-B7864046FABB}"/>
              </a:ext>
            </a:extLst>
          </p:cNvPr>
          <p:cNvSpPr txBox="1"/>
          <p:nvPr/>
        </p:nvSpPr>
        <p:spPr>
          <a:xfrm>
            <a:off x="11634696" y="18358540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DNA proportion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257739-C1E2-BC29-1128-D72ECD77DC24}"/>
              </a:ext>
            </a:extLst>
          </p:cNvPr>
          <p:cNvSpPr txBox="1"/>
          <p:nvPr/>
        </p:nvSpPr>
        <p:spPr>
          <a:xfrm>
            <a:off x="11634696" y="18647547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LINE proportion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2F6558-5E3E-8ABF-46A6-615605BF6D71}"/>
              </a:ext>
            </a:extLst>
          </p:cNvPr>
          <p:cNvSpPr txBox="1"/>
          <p:nvPr/>
        </p:nvSpPr>
        <p:spPr>
          <a:xfrm>
            <a:off x="11634696" y="18944836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SINE proportion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A33BBB-A682-64DD-4D14-83FDF4C73A4E}"/>
              </a:ext>
            </a:extLst>
          </p:cNvPr>
          <p:cNvSpPr txBox="1"/>
          <p:nvPr/>
        </p:nvSpPr>
        <p:spPr>
          <a:xfrm>
            <a:off x="11632699" y="21658342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Others proportion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842DC34-1761-DD19-802A-75CE91D8B342}"/>
              </a:ext>
            </a:extLst>
          </p:cNvPr>
          <p:cNvGrpSpPr/>
          <p:nvPr/>
        </p:nvGrpSpPr>
        <p:grpSpPr>
          <a:xfrm>
            <a:off x="22025939" y="19128874"/>
            <a:ext cx="3818457" cy="3377744"/>
            <a:chOff x="22067850" y="19267302"/>
            <a:chExt cx="3818457" cy="337774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85B7007-A1B2-24D6-A411-A1F8F6175B84}"/>
                </a:ext>
              </a:extLst>
            </p:cNvPr>
            <p:cNvSpPr txBox="1"/>
            <p:nvPr/>
          </p:nvSpPr>
          <p:spPr>
            <a:xfrm>
              <a:off x="23327918" y="22275714"/>
              <a:ext cx="2558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/>
                <a:t>0.5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14435C5-3188-ACC1-05F2-0240FA7293CF}"/>
                </a:ext>
              </a:extLst>
            </p:cNvPr>
            <p:cNvSpPr txBox="1"/>
            <p:nvPr/>
          </p:nvSpPr>
          <p:spPr>
            <a:xfrm>
              <a:off x="23327918" y="19267302"/>
              <a:ext cx="2558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/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EFB84E8-05C7-E750-7B0C-9DED076B00D3}"/>
                </a:ext>
              </a:extLst>
            </p:cNvPr>
            <p:cNvSpPr txBox="1"/>
            <p:nvPr/>
          </p:nvSpPr>
          <p:spPr>
            <a:xfrm>
              <a:off x="23327918" y="20771363"/>
              <a:ext cx="2558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/>
                <a:t>0.75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1104743-AD4F-F2BA-D794-7366253DDADB}"/>
                </a:ext>
              </a:extLst>
            </p:cNvPr>
            <p:cNvGrpSpPr/>
            <p:nvPr/>
          </p:nvGrpSpPr>
          <p:grpSpPr>
            <a:xfrm>
              <a:off x="22067850" y="19439268"/>
              <a:ext cx="1239826" cy="3033525"/>
              <a:chOff x="22067850" y="19439268"/>
              <a:chExt cx="1239826" cy="3033525"/>
            </a:xfrm>
          </p:grpSpPr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B66DBA5C-1EBD-AD88-65B4-86A3D1EF2B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77335" t="70454" r="2272" b="27368"/>
              <a:stretch>
                <a:fillRect/>
              </a:stretch>
            </p:blipFill>
            <p:spPr>
              <a:xfrm rot="16200000">
                <a:off x="21267869" y="20702859"/>
                <a:ext cx="3033524" cy="506344"/>
              </a:xfrm>
              <a:prstGeom prst="rect">
                <a:avLst/>
              </a:prstGeom>
            </p:spPr>
          </p:pic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EFB6740-5B3E-697B-1DEF-FB96B879EE76}"/>
                  </a:ext>
                </a:extLst>
              </p:cNvPr>
              <p:cNvSpPr txBox="1"/>
              <p:nvPr/>
            </p:nvSpPr>
            <p:spPr>
              <a:xfrm rot="16200000">
                <a:off x="20988710" y="20755974"/>
                <a:ext cx="25583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dirty="0"/>
                  <a:t>Variable importance</a:t>
                </a: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7F9A7E2A-7EC5-DCC7-3D01-0BCD5FDBC0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218140" y="19439268"/>
                <a:ext cx="0" cy="303352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D39CCF2-89A8-59CD-ADC8-5DAD9BBC0C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6235" y="22460380"/>
                <a:ext cx="10144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3C1D1FE2-CD96-DFBA-188F-5C7C5B1A00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6234" y="19451587"/>
                <a:ext cx="10144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3AEAD10-256B-8EBD-D17F-16F27DECE4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6233" y="20956029"/>
                <a:ext cx="10144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A82FB6EB-7914-16F6-30A4-A5A693E4C9D7}"/>
              </a:ext>
            </a:extLst>
          </p:cNvPr>
          <p:cNvSpPr txBox="1"/>
          <p:nvPr/>
        </p:nvSpPr>
        <p:spPr>
          <a:xfrm>
            <a:off x="16579349" y="20562125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LTR age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B11A41-26FF-AB7E-3887-715A29E81AD8}"/>
              </a:ext>
            </a:extLst>
          </p:cNvPr>
          <p:cNvSpPr txBox="1"/>
          <p:nvPr/>
        </p:nvSpPr>
        <p:spPr>
          <a:xfrm>
            <a:off x="16579349" y="20856884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SINE age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4644C0-807E-839C-2C30-38D9ADBF8041}"/>
              </a:ext>
            </a:extLst>
          </p:cNvPr>
          <p:cNvSpPr txBox="1"/>
          <p:nvPr/>
        </p:nvSpPr>
        <p:spPr>
          <a:xfrm>
            <a:off x="16579349" y="21150550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Unknown age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486B652-9E24-B0AE-B08A-59082D0A19CB}"/>
              </a:ext>
            </a:extLst>
          </p:cNvPr>
          <p:cNvSpPr txBox="1"/>
          <p:nvPr/>
        </p:nvSpPr>
        <p:spPr>
          <a:xfrm>
            <a:off x="16579349" y="21444349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LTR proportion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4CF4C9-72A0-2727-DB99-7FEA05C5277F}"/>
              </a:ext>
            </a:extLst>
          </p:cNvPr>
          <p:cNvSpPr txBox="1"/>
          <p:nvPr/>
        </p:nvSpPr>
        <p:spPr>
          <a:xfrm>
            <a:off x="16580909" y="21738017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Others proportion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768A82C-A006-6CF1-40F7-5D614411E622}"/>
              </a:ext>
            </a:extLst>
          </p:cNvPr>
          <p:cNvSpPr txBox="1"/>
          <p:nvPr/>
        </p:nvSpPr>
        <p:spPr>
          <a:xfrm>
            <a:off x="16579349" y="22028718"/>
            <a:ext cx="179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Unknown proportion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AE67CF-AF74-91EF-5C67-431E26F37229}"/>
              </a:ext>
            </a:extLst>
          </p:cNvPr>
          <p:cNvSpPr txBox="1"/>
          <p:nvPr/>
        </p:nvSpPr>
        <p:spPr>
          <a:xfrm>
            <a:off x="18445253" y="22611363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1F8635-81E5-F3CA-352B-01B4DCD878C0}"/>
              </a:ext>
            </a:extLst>
          </p:cNvPr>
          <p:cNvSpPr txBox="1"/>
          <p:nvPr/>
        </p:nvSpPr>
        <p:spPr>
          <a:xfrm>
            <a:off x="19131338" y="22611363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-0.5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EB0577-7D03-DBE7-BF58-4A65719CE4F7}"/>
              </a:ext>
            </a:extLst>
          </p:cNvPr>
          <p:cNvSpPr txBox="1"/>
          <p:nvPr/>
        </p:nvSpPr>
        <p:spPr>
          <a:xfrm>
            <a:off x="19822185" y="22610921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C261CE4-5DE3-7BDA-465B-E20F545E64DC}"/>
              </a:ext>
            </a:extLst>
          </p:cNvPr>
          <p:cNvSpPr txBox="1"/>
          <p:nvPr/>
        </p:nvSpPr>
        <p:spPr>
          <a:xfrm>
            <a:off x="20510591" y="22610921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0.5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3CA2279-AD28-48CF-B84F-6CD282C0005B}"/>
              </a:ext>
            </a:extLst>
          </p:cNvPr>
          <p:cNvSpPr txBox="1"/>
          <p:nvPr/>
        </p:nvSpPr>
        <p:spPr>
          <a:xfrm>
            <a:off x="21197500" y="22610921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48A23A-95E3-7BEE-DBA6-B8F11DE345A4}"/>
              </a:ext>
            </a:extLst>
          </p:cNvPr>
          <p:cNvSpPr txBox="1"/>
          <p:nvPr/>
        </p:nvSpPr>
        <p:spPr>
          <a:xfrm>
            <a:off x="16386235" y="22610325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0.5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9C4B0CA-86E4-4648-EE0C-7850E0944018}"/>
              </a:ext>
            </a:extLst>
          </p:cNvPr>
          <p:cNvSpPr txBox="1"/>
          <p:nvPr/>
        </p:nvSpPr>
        <p:spPr>
          <a:xfrm>
            <a:off x="15474217" y="22610324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E7F1F6-114E-3E18-9B3D-8772A2D5DF6D}"/>
              </a:ext>
            </a:extLst>
          </p:cNvPr>
          <p:cNvSpPr txBox="1"/>
          <p:nvPr/>
        </p:nvSpPr>
        <p:spPr>
          <a:xfrm>
            <a:off x="14560386" y="22611639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-0.5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29C153A-AEAA-3358-D3F7-D3AF3FAE6879}"/>
              </a:ext>
            </a:extLst>
          </p:cNvPr>
          <p:cNvSpPr txBox="1"/>
          <p:nvPr/>
        </p:nvSpPr>
        <p:spPr>
          <a:xfrm>
            <a:off x="13648275" y="22611639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3BB113-CCDC-ACD7-415F-35FF7C938824}"/>
              </a:ext>
            </a:extLst>
          </p:cNvPr>
          <p:cNvSpPr txBox="1"/>
          <p:nvPr/>
        </p:nvSpPr>
        <p:spPr>
          <a:xfrm>
            <a:off x="16164781" y="19525491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AC1C632-CA94-B3E7-013A-B2DB512076A0}"/>
              </a:ext>
            </a:extLst>
          </p:cNvPr>
          <p:cNvSpPr txBox="1"/>
          <p:nvPr/>
        </p:nvSpPr>
        <p:spPr>
          <a:xfrm>
            <a:off x="15741556" y="19525316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C4EE0D1-F34C-9661-2E7B-98374B0819FA}"/>
              </a:ext>
            </a:extLst>
          </p:cNvPr>
          <p:cNvSpPr txBox="1"/>
          <p:nvPr/>
        </p:nvSpPr>
        <p:spPr>
          <a:xfrm>
            <a:off x="15318331" y="19525141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7AC257E-48DA-D1BB-AD52-AF16F4AE894D}"/>
              </a:ext>
            </a:extLst>
          </p:cNvPr>
          <p:cNvSpPr txBox="1"/>
          <p:nvPr/>
        </p:nvSpPr>
        <p:spPr>
          <a:xfrm>
            <a:off x="14892725" y="19525070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0BC3FB-D84F-4B3E-A247-08AABB2C2C53}"/>
              </a:ext>
            </a:extLst>
          </p:cNvPr>
          <p:cNvSpPr txBox="1"/>
          <p:nvPr/>
        </p:nvSpPr>
        <p:spPr>
          <a:xfrm>
            <a:off x="14469500" y="19525070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F81A9F9-B575-755C-232B-2E9920807A82}"/>
              </a:ext>
            </a:extLst>
          </p:cNvPr>
          <p:cNvSpPr txBox="1"/>
          <p:nvPr/>
        </p:nvSpPr>
        <p:spPr>
          <a:xfrm>
            <a:off x="14045399" y="19525070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84A3D8D-318E-B1B2-3C86-A6AD4DA4BA17}"/>
              </a:ext>
            </a:extLst>
          </p:cNvPr>
          <p:cNvSpPr txBox="1"/>
          <p:nvPr/>
        </p:nvSpPr>
        <p:spPr>
          <a:xfrm>
            <a:off x="13621896" y="19524894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8357E5E-C3DF-8257-E8D1-F9CA9D1E1C3F}"/>
              </a:ext>
            </a:extLst>
          </p:cNvPr>
          <p:cNvSpPr txBox="1"/>
          <p:nvPr/>
        </p:nvSpPr>
        <p:spPr>
          <a:xfrm>
            <a:off x="18341381" y="19524894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FCD9B78-461B-84F2-7FBD-DC206719DCE4}"/>
              </a:ext>
            </a:extLst>
          </p:cNvPr>
          <p:cNvSpPr txBox="1"/>
          <p:nvPr/>
        </p:nvSpPr>
        <p:spPr>
          <a:xfrm>
            <a:off x="18899162" y="19524894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FCCF74D-16F4-A5BF-9D83-FF1BD709175F}"/>
              </a:ext>
            </a:extLst>
          </p:cNvPr>
          <p:cNvSpPr txBox="1"/>
          <p:nvPr/>
        </p:nvSpPr>
        <p:spPr>
          <a:xfrm>
            <a:off x="19452871" y="19525251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B95996-041A-24F6-84F6-591D83552DDE}"/>
              </a:ext>
            </a:extLst>
          </p:cNvPr>
          <p:cNvSpPr txBox="1"/>
          <p:nvPr/>
        </p:nvSpPr>
        <p:spPr>
          <a:xfrm>
            <a:off x="20008961" y="19524764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82444E6-82ED-2848-EB91-04BFD4B5AB1F}"/>
              </a:ext>
            </a:extLst>
          </p:cNvPr>
          <p:cNvSpPr txBox="1"/>
          <p:nvPr/>
        </p:nvSpPr>
        <p:spPr>
          <a:xfrm>
            <a:off x="20560289" y="19524765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20B7039-7CD7-114E-93A5-152DAA1A0AEF}"/>
              </a:ext>
            </a:extLst>
          </p:cNvPr>
          <p:cNvSpPr txBox="1"/>
          <p:nvPr/>
        </p:nvSpPr>
        <p:spPr>
          <a:xfrm>
            <a:off x="21116887" y="19525121"/>
            <a:ext cx="495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D04ADD5-895C-1110-2093-26F204074DAE}"/>
              </a:ext>
            </a:extLst>
          </p:cNvPr>
          <p:cNvSpPr txBox="1"/>
          <p:nvPr/>
        </p:nvSpPr>
        <p:spPr>
          <a:xfrm>
            <a:off x="13447200" y="16930687"/>
            <a:ext cx="2978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species (3783 models)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8ED771C-BBDE-F842-3367-5F554DBF22E8}"/>
              </a:ext>
            </a:extLst>
          </p:cNvPr>
          <p:cNvSpPr txBox="1"/>
          <p:nvPr/>
        </p:nvSpPr>
        <p:spPr>
          <a:xfrm>
            <a:off x="18391243" y="16930687"/>
            <a:ext cx="2978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Mammalia (2428 models)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49D8BED-4802-D088-7425-0AFFDC81044A}"/>
              </a:ext>
            </a:extLst>
          </p:cNvPr>
          <p:cNvSpPr txBox="1"/>
          <p:nvPr/>
        </p:nvSpPr>
        <p:spPr>
          <a:xfrm>
            <a:off x="18391239" y="20015201"/>
            <a:ext cx="2978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Sauropsida</a:t>
            </a:r>
            <a:r>
              <a:rPr lang="en-US" dirty="0"/>
              <a:t> (729 models)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FBDA75F-1F11-7A8D-903B-3212EA317A1D}"/>
              </a:ext>
            </a:extLst>
          </p:cNvPr>
          <p:cNvSpPr txBox="1"/>
          <p:nvPr/>
        </p:nvSpPr>
        <p:spPr>
          <a:xfrm>
            <a:off x="13447200" y="20015200"/>
            <a:ext cx="2978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Actinopterygii (1866 models)</a:t>
            </a:r>
          </a:p>
        </p:txBody>
      </p:sp>
    </p:spTree>
    <p:extLst>
      <p:ext uri="{BB962C8B-B14F-4D97-AF65-F5344CB8AC3E}">
        <p14:creationId xmlns:p14="http://schemas.microsoft.com/office/powerpoint/2010/main" val="3130237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3895</TotalTime>
  <Words>106</Words>
  <Application>Microsoft Office PowerPoint</Application>
  <PresentationFormat>Custom</PresentationFormat>
  <Paragraphs>49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Office Theme</vt:lpstr>
      <vt:lpstr>Packager Shell Object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Tomoni Minamoto</dc:creator>
  <cp:lastModifiedBy>Zhaobo Hu</cp:lastModifiedBy>
  <cp:revision>209</cp:revision>
  <dcterms:created xsi:type="dcterms:W3CDTF">2014-10-11T23:18:25Z</dcterms:created>
  <dcterms:modified xsi:type="dcterms:W3CDTF">2026-05-20T17:06:07Z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38202f9-8d41-4950-b014-f183e397b746_Enabled">
    <vt:lpwstr>true</vt:lpwstr>
  </property>
  <property fmtid="{D5CDD505-2E9C-101B-9397-08002B2CF9AE}" pid="3" name="MSIP_Label_638202f9-8d41-4950-b014-f183e397b746_SetDate">
    <vt:lpwstr>2026-05-17T01:19:50Z</vt:lpwstr>
  </property>
  <property fmtid="{D5CDD505-2E9C-101B-9397-08002B2CF9AE}" pid="4" name="MSIP_Label_638202f9-8d41-4950-b014-f183e397b746_Method">
    <vt:lpwstr>Standard</vt:lpwstr>
  </property>
  <property fmtid="{D5CDD505-2E9C-101B-9397-08002B2CF9AE}" pid="5" name="MSIP_Label_638202f9-8d41-4950-b014-f183e397b746_Name">
    <vt:lpwstr>defa4170-0d19-0005-0004-bc88714345d2</vt:lpwstr>
  </property>
  <property fmtid="{D5CDD505-2E9C-101B-9397-08002B2CF9AE}" pid="6" name="MSIP_Label_638202f9-8d41-4950-b014-f183e397b746_SiteId">
    <vt:lpwstr>13b3b0ce-cd75-49a4-bfea-0a03b01ff1ab</vt:lpwstr>
  </property>
  <property fmtid="{D5CDD505-2E9C-101B-9397-08002B2CF9AE}" pid="7" name="MSIP_Label_638202f9-8d41-4950-b014-f183e397b746_ActionId">
    <vt:lpwstr>7186205e-f81f-4adf-9b57-a268fae9f835</vt:lpwstr>
  </property>
  <property fmtid="{D5CDD505-2E9C-101B-9397-08002B2CF9AE}" pid="8" name="MSIP_Label_638202f9-8d41-4950-b014-f183e397b746_ContentBits">
    <vt:lpwstr>0</vt:lpwstr>
  </property>
  <property fmtid="{D5CDD505-2E9C-101B-9397-08002B2CF9AE}" pid="9" name="MSIP_Label_638202f9-8d41-4950-b014-f183e397b746_Tag">
    <vt:lpwstr>10, 3, 0, 1</vt:lpwstr>
  </property>
</Properties>
</file>